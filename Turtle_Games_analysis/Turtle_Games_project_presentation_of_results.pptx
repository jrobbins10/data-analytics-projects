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6" r:id="rId10"/>
    <p:sldId id="270" r:id="rId11"/>
    <p:sldId id="267" r:id="rId12"/>
    <p:sldId id="269" r:id="rId13"/>
    <p:sldId id="271" r:id="rId14"/>
    <p:sldId id="273" r:id="rId15"/>
    <p:sldId id="274" r:id="rId16"/>
    <p:sldId id="275" r:id="rId17"/>
    <p:sldId id="276" r:id="rId18"/>
    <p:sldId id="278" r:id="rId19"/>
    <p:sldId id="277" r:id="rId20"/>
    <p:sldId id="279" r:id="rId21"/>
    <p:sldId id="280" r:id="rId22"/>
    <p:sldId id="281" r:id="rId23"/>
    <p:sldId id="283" r:id="rId24"/>
    <p:sldId id="282" r:id="rId25"/>
    <p:sldId id="285" r:id="rId26"/>
    <p:sldId id="287" r:id="rId27"/>
    <p:sldId id="286" r:id="rId28"/>
    <p:sldId id="288" r:id="rId29"/>
    <p:sldId id="289" r:id="rId30"/>
    <p:sldId id="292" r:id="rId31"/>
    <p:sldId id="293" r:id="rId32"/>
    <p:sldId id="294" r:id="rId33"/>
    <p:sldId id="295" r:id="rId34"/>
    <p:sldId id="296" r:id="rId35"/>
    <p:sldId id="297" r:id="rId36"/>
    <p:sldId id="29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5DBF2"/>
    <a:srgbClr val="E8AAE1"/>
    <a:srgbClr val="FEC2C2"/>
    <a:srgbClr val="FFDF79"/>
    <a:srgbClr val="FEA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64A191-AEB2-4A70-AA4F-166422AEA395}" v="476" dt="2025-04-13T17:22:09.3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24" autoAdjust="0"/>
    <p:restoredTop sz="94660"/>
  </p:normalViewPr>
  <p:slideViewPr>
    <p:cSldViewPr snapToGrid="0">
      <p:cViewPr varScale="1">
        <p:scale>
          <a:sx n="51" d="100"/>
          <a:sy n="51" d="100"/>
        </p:scale>
        <p:origin x="105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nna Robbins" userId="067b950dc48ce1cf" providerId="LiveId" clId="{B264A191-AEB2-4A70-AA4F-166422AEA395}"/>
    <pc:docChg chg="undo custSel addSld delSld modSld sldOrd modMainMaster">
      <pc:chgData name="Joanna Robbins" userId="067b950dc48ce1cf" providerId="LiveId" clId="{B264A191-AEB2-4A70-AA4F-166422AEA395}" dt="2025-04-13T18:21:00.272" v="14987" actId="47"/>
      <pc:docMkLst>
        <pc:docMk/>
      </pc:docMkLst>
      <pc:sldChg chg="addSp delSp modSp mod setBg">
        <pc:chgData name="Joanna Robbins" userId="067b950dc48ce1cf" providerId="LiveId" clId="{B264A191-AEB2-4A70-AA4F-166422AEA395}" dt="2025-04-13T15:50:47.592" v="14839" actId="207"/>
        <pc:sldMkLst>
          <pc:docMk/>
          <pc:sldMk cId="891114405" sldId="256"/>
        </pc:sldMkLst>
        <pc:spChg chg="del">
          <ac:chgData name="Joanna Robbins" userId="067b950dc48ce1cf" providerId="LiveId" clId="{B264A191-AEB2-4A70-AA4F-166422AEA395}" dt="2025-04-13T08:03:59.704" v="0" actId="478"/>
          <ac:spMkLst>
            <pc:docMk/>
            <pc:sldMk cId="891114405" sldId="256"/>
            <ac:spMk id="2" creationId="{4F9A6CD9-E687-1544-83A8-94AE560E0178}"/>
          </ac:spMkLst>
        </pc:spChg>
        <pc:spChg chg="del">
          <ac:chgData name="Joanna Robbins" userId="067b950dc48ce1cf" providerId="LiveId" clId="{B264A191-AEB2-4A70-AA4F-166422AEA395}" dt="2025-04-13T08:04:01.559" v="1" actId="478"/>
          <ac:spMkLst>
            <pc:docMk/>
            <pc:sldMk cId="891114405" sldId="256"/>
            <ac:spMk id="3" creationId="{79B8234D-ED5D-ED22-D403-39D48AB81382}"/>
          </ac:spMkLst>
        </pc:spChg>
        <pc:spChg chg="add mod">
          <ac:chgData name="Joanna Robbins" userId="067b950dc48ce1cf" providerId="LiveId" clId="{B264A191-AEB2-4A70-AA4F-166422AEA395}" dt="2025-04-13T15:50:47.592" v="14839" actId="207"/>
          <ac:spMkLst>
            <pc:docMk/>
            <pc:sldMk cId="891114405" sldId="256"/>
            <ac:spMk id="4" creationId="{A4B34FC1-A174-EC5B-5C08-FF8E1CDDDB85}"/>
          </ac:spMkLst>
        </pc:spChg>
        <pc:spChg chg="add del mod">
          <ac:chgData name="Joanna Robbins" userId="067b950dc48ce1cf" providerId="LiveId" clId="{B264A191-AEB2-4A70-AA4F-166422AEA395}" dt="2025-04-13T08:13:59.148" v="253" actId="478"/>
          <ac:spMkLst>
            <pc:docMk/>
            <pc:sldMk cId="891114405" sldId="256"/>
            <ac:spMk id="7" creationId="{77B9CA37-3CA0-AC3D-52AB-9D642E033888}"/>
          </ac:spMkLst>
        </pc:spChg>
        <pc:picChg chg="add mod">
          <ac:chgData name="Joanna Robbins" userId="067b950dc48ce1cf" providerId="LiveId" clId="{B264A191-AEB2-4A70-AA4F-166422AEA395}" dt="2025-04-13T08:14:57.826" v="267" actId="1035"/>
          <ac:picMkLst>
            <pc:docMk/>
            <pc:sldMk cId="891114405" sldId="256"/>
            <ac:picMk id="6" creationId="{CD649FBB-FD04-3A50-3C5A-F19D80ECFCBF}"/>
          </ac:picMkLst>
        </pc:picChg>
      </pc:sldChg>
      <pc:sldChg chg="addSp modSp new mod modAnim">
        <pc:chgData name="Joanna Robbins" userId="067b950dc48ce1cf" providerId="LiveId" clId="{B264A191-AEB2-4A70-AA4F-166422AEA395}" dt="2025-04-13T15:50:56.272" v="14841" actId="207"/>
        <pc:sldMkLst>
          <pc:docMk/>
          <pc:sldMk cId="4166031157" sldId="257"/>
        </pc:sldMkLst>
        <pc:spChg chg="add mod">
          <ac:chgData name="Joanna Robbins" userId="067b950dc48ce1cf" providerId="LiveId" clId="{B264A191-AEB2-4A70-AA4F-166422AEA395}" dt="2025-04-13T15:50:50.831" v="14840" actId="207"/>
          <ac:spMkLst>
            <pc:docMk/>
            <pc:sldMk cId="4166031157" sldId="257"/>
            <ac:spMk id="2" creationId="{C97AE63B-D353-8EAD-91A1-2260F6D476D0}"/>
          </ac:spMkLst>
        </pc:spChg>
        <pc:spChg chg="add mod">
          <ac:chgData name="Joanna Robbins" userId="067b950dc48ce1cf" providerId="LiveId" clId="{B264A191-AEB2-4A70-AA4F-166422AEA395}" dt="2025-04-13T15:50:56.272" v="14841" actId="207"/>
          <ac:spMkLst>
            <pc:docMk/>
            <pc:sldMk cId="4166031157" sldId="257"/>
            <ac:spMk id="3" creationId="{73CCF46A-9F86-26FF-AEA8-9924184C87B4}"/>
          </ac:spMkLst>
        </pc:spChg>
        <pc:spChg chg="add mod">
          <ac:chgData name="Joanna Robbins" userId="067b950dc48ce1cf" providerId="LiveId" clId="{B264A191-AEB2-4A70-AA4F-166422AEA395}" dt="2025-04-13T15:50:56.272" v="14841" actId="207"/>
          <ac:spMkLst>
            <pc:docMk/>
            <pc:sldMk cId="4166031157" sldId="257"/>
            <ac:spMk id="4" creationId="{C7DE4E17-6F37-9CDF-AAC6-46347779C121}"/>
          </ac:spMkLst>
        </pc:spChg>
        <pc:spChg chg="add mod">
          <ac:chgData name="Joanna Robbins" userId="067b950dc48ce1cf" providerId="LiveId" clId="{B264A191-AEB2-4A70-AA4F-166422AEA395}" dt="2025-04-13T15:50:56.272" v="14841" actId="207"/>
          <ac:spMkLst>
            <pc:docMk/>
            <pc:sldMk cId="4166031157" sldId="257"/>
            <ac:spMk id="5" creationId="{C761CFFB-1F58-C449-E9C5-3FCC6FCBD64F}"/>
          </ac:spMkLst>
        </pc:spChg>
        <pc:spChg chg="add mod">
          <ac:chgData name="Joanna Robbins" userId="067b950dc48ce1cf" providerId="LiveId" clId="{B264A191-AEB2-4A70-AA4F-166422AEA395}" dt="2025-04-13T15:50:56.272" v="14841" actId="207"/>
          <ac:spMkLst>
            <pc:docMk/>
            <pc:sldMk cId="4166031157" sldId="257"/>
            <ac:spMk id="6" creationId="{AB5D86A0-4329-39AC-97E4-EB5DE00FC187}"/>
          </ac:spMkLst>
        </pc:spChg>
        <pc:spChg chg="add mod">
          <ac:chgData name="Joanna Robbins" userId="067b950dc48ce1cf" providerId="LiveId" clId="{B264A191-AEB2-4A70-AA4F-166422AEA395}" dt="2025-04-13T08:30:34.398" v="892" actId="207"/>
          <ac:spMkLst>
            <pc:docMk/>
            <pc:sldMk cId="4166031157" sldId="257"/>
            <ac:spMk id="7" creationId="{8D2E49C2-429E-82E1-B711-2471B803268C}"/>
          </ac:spMkLst>
        </pc:spChg>
      </pc:sldChg>
      <pc:sldChg chg="addSp delSp modSp new mod modAnim">
        <pc:chgData name="Joanna Robbins" userId="067b950dc48ce1cf" providerId="LiveId" clId="{B264A191-AEB2-4A70-AA4F-166422AEA395}" dt="2025-04-13T15:51:08.707" v="14842" actId="207"/>
        <pc:sldMkLst>
          <pc:docMk/>
          <pc:sldMk cId="3859810010" sldId="258"/>
        </pc:sldMkLst>
        <pc:spChg chg="add mod">
          <ac:chgData name="Joanna Robbins" userId="067b950dc48ce1cf" providerId="LiveId" clId="{B264A191-AEB2-4A70-AA4F-166422AEA395}" dt="2025-04-13T15:51:08.707" v="14842" actId="207"/>
          <ac:spMkLst>
            <pc:docMk/>
            <pc:sldMk cId="3859810010" sldId="258"/>
            <ac:spMk id="2" creationId="{696BEBDC-0235-E9F6-B9F2-398559806CA1}"/>
          </ac:spMkLst>
        </pc:spChg>
        <pc:spChg chg="add mod">
          <ac:chgData name="Joanna Robbins" userId="067b950dc48ce1cf" providerId="LiveId" clId="{B264A191-AEB2-4A70-AA4F-166422AEA395}" dt="2025-04-13T15:51:08.707" v="14842" actId="207"/>
          <ac:spMkLst>
            <pc:docMk/>
            <pc:sldMk cId="3859810010" sldId="258"/>
            <ac:spMk id="3" creationId="{0023E72D-095E-2C16-9240-F1BC34BB61F7}"/>
          </ac:spMkLst>
        </pc:spChg>
        <pc:spChg chg="add mod">
          <ac:chgData name="Joanna Robbins" userId="067b950dc48ce1cf" providerId="LiveId" clId="{B264A191-AEB2-4A70-AA4F-166422AEA395}" dt="2025-04-13T15:51:08.707" v="14842" actId="207"/>
          <ac:spMkLst>
            <pc:docMk/>
            <pc:sldMk cId="3859810010" sldId="258"/>
            <ac:spMk id="4" creationId="{9C4DB607-BC87-8D36-773A-0DB33EE45ACA}"/>
          </ac:spMkLst>
        </pc:spChg>
        <pc:spChg chg="add del mod">
          <ac:chgData name="Joanna Robbins" userId="067b950dc48ce1cf" providerId="LiveId" clId="{B264A191-AEB2-4A70-AA4F-166422AEA395}" dt="2025-04-13T08:34:47.809" v="1022" actId="478"/>
          <ac:spMkLst>
            <pc:docMk/>
            <pc:sldMk cId="3859810010" sldId="258"/>
            <ac:spMk id="7" creationId="{0728F08E-B2FD-18BC-06E7-0BEAC3B16216}"/>
          </ac:spMkLst>
        </pc:spChg>
        <pc:spChg chg="add del mod">
          <ac:chgData name="Joanna Robbins" userId="067b950dc48ce1cf" providerId="LiveId" clId="{B264A191-AEB2-4A70-AA4F-166422AEA395}" dt="2025-04-13T08:36:50.798" v="1038" actId="478"/>
          <ac:spMkLst>
            <pc:docMk/>
            <pc:sldMk cId="3859810010" sldId="258"/>
            <ac:spMk id="10" creationId="{63AACF4A-5E56-9CAE-953F-BDA7D64C18CB}"/>
          </ac:spMkLst>
        </pc:spChg>
        <pc:picChg chg="add mod">
          <ac:chgData name="Joanna Robbins" userId="067b950dc48ce1cf" providerId="LiveId" clId="{B264A191-AEB2-4A70-AA4F-166422AEA395}" dt="2025-04-13T08:34:59.242" v="1034" actId="1037"/>
          <ac:picMkLst>
            <pc:docMk/>
            <pc:sldMk cId="3859810010" sldId="258"/>
            <ac:picMk id="6" creationId="{966D03AE-ED64-9DE5-8840-F02397593FE2}"/>
          </ac:picMkLst>
        </pc:picChg>
        <pc:picChg chg="add del mod">
          <ac:chgData name="Joanna Robbins" userId="067b950dc48ce1cf" providerId="LiveId" clId="{B264A191-AEB2-4A70-AA4F-166422AEA395}" dt="2025-04-13T08:40:04.603" v="1041" actId="478"/>
          <ac:picMkLst>
            <pc:docMk/>
            <pc:sldMk cId="3859810010" sldId="258"/>
            <ac:picMk id="9" creationId="{A9A8CA1A-3F0B-20FA-20ED-C58F82C46A6A}"/>
          </ac:picMkLst>
        </pc:picChg>
        <pc:picChg chg="add mod">
          <ac:chgData name="Joanna Robbins" userId="067b950dc48ce1cf" providerId="LiveId" clId="{B264A191-AEB2-4A70-AA4F-166422AEA395}" dt="2025-04-13T08:41:29.908" v="1049" actId="14100"/>
          <ac:picMkLst>
            <pc:docMk/>
            <pc:sldMk cId="3859810010" sldId="258"/>
            <ac:picMk id="1026" creationId="{2F48C631-83FB-CDB9-4890-593049765E03}"/>
          </ac:picMkLst>
        </pc:picChg>
        <pc:picChg chg="add mod">
          <ac:chgData name="Joanna Robbins" userId="067b950dc48ce1cf" providerId="LiveId" clId="{B264A191-AEB2-4A70-AA4F-166422AEA395}" dt="2025-04-13T08:41:39.679" v="1053" actId="14100"/>
          <ac:picMkLst>
            <pc:docMk/>
            <pc:sldMk cId="3859810010" sldId="258"/>
            <ac:picMk id="1028" creationId="{D798862F-5E42-8DBD-DE10-C4EF63921CC3}"/>
          </ac:picMkLst>
        </pc:picChg>
      </pc:sldChg>
      <pc:sldChg chg="addSp delSp modSp new del mod">
        <pc:chgData name="Joanna Robbins" userId="067b950dc48ce1cf" providerId="LiveId" clId="{B264A191-AEB2-4A70-AA4F-166422AEA395}" dt="2025-04-13T14:34:18.831" v="14238" actId="47"/>
        <pc:sldMkLst>
          <pc:docMk/>
          <pc:sldMk cId="584646672" sldId="259"/>
        </pc:sldMkLst>
        <pc:spChg chg="add mod">
          <ac:chgData name="Joanna Robbins" userId="067b950dc48ce1cf" providerId="LiveId" clId="{B264A191-AEB2-4A70-AA4F-166422AEA395}" dt="2025-04-13T09:21:04.065" v="2146" actId="20577"/>
          <ac:spMkLst>
            <pc:docMk/>
            <pc:sldMk cId="584646672" sldId="259"/>
            <ac:spMk id="2" creationId="{FCE244ED-D52D-9761-9BEF-E1B90FFC7E17}"/>
          </ac:spMkLst>
        </pc:spChg>
        <pc:spChg chg="add del mod">
          <ac:chgData name="Joanna Robbins" userId="067b950dc48ce1cf" providerId="LiveId" clId="{B264A191-AEB2-4A70-AA4F-166422AEA395}" dt="2025-04-13T09:20:30.303" v="2116" actId="478"/>
          <ac:spMkLst>
            <pc:docMk/>
            <pc:sldMk cId="584646672" sldId="259"/>
            <ac:spMk id="4" creationId="{78966AE8-21E1-A7D4-B473-39787B03051A}"/>
          </ac:spMkLst>
        </pc:spChg>
        <pc:spChg chg="add del mod">
          <ac:chgData name="Joanna Robbins" userId="067b950dc48ce1cf" providerId="LiveId" clId="{B264A191-AEB2-4A70-AA4F-166422AEA395}" dt="2025-04-13T09:20:31.745" v="2117" actId="478"/>
          <ac:spMkLst>
            <pc:docMk/>
            <pc:sldMk cId="584646672" sldId="259"/>
            <ac:spMk id="6" creationId="{FA2273C1-4D81-3C99-F559-D4CD6D77ED39}"/>
          </ac:spMkLst>
        </pc:spChg>
        <pc:spChg chg="add del mod">
          <ac:chgData name="Joanna Robbins" userId="067b950dc48ce1cf" providerId="LiveId" clId="{B264A191-AEB2-4A70-AA4F-166422AEA395}" dt="2025-04-13T09:14:08.166" v="1633" actId="478"/>
          <ac:spMkLst>
            <pc:docMk/>
            <pc:sldMk cId="584646672" sldId="259"/>
            <ac:spMk id="8" creationId="{2621CE30-63C0-BE11-3457-DC6ED10A93DA}"/>
          </ac:spMkLst>
        </pc:spChg>
        <pc:spChg chg="add del mod">
          <ac:chgData name="Joanna Robbins" userId="067b950dc48ce1cf" providerId="LiveId" clId="{B264A191-AEB2-4A70-AA4F-166422AEA395}" dt="2025-04-13T09:10:22.207" v="1387" actId="478"/>
          <ac:spMkLst>
            <pc:docMk/>
            <pc:sldMk cId="584646672" sldId="259"/>
            <ac:spMk id="10" creationId="{90608EC4-E48B-4961-B673-8FDA4DC7DE49}"/>
          </ac:spMkLst>
        </pc:spChg>
        <pc:spChg chg="add mod">
          <ac:chgData name="Joanna Robbins" userId="067b950dc48ce1cf" providerId="LiveId" clId="{B264A191-AEB2-4A70-AA4F-166422AEA395}" dt="2025-04-13T09:22:25.010" v="2278" actId="1076"/>
          <ac:spMkLst>
            <pc:docMk/>
            <pc:sldMk cId="584646672" sldId="259"/>
            <ac:spMk id="11" creationId="{648B5F13-1CE2-43DA-5D35-9A2601A29363}"/>
          </ac:spMkLst>
        </pc:spChg>
        <pc:spChg chg="add mod">
          <ac:chgData name="Joanna Robbins" userId="067b950dc48ce1cf" providerId="LiveId" clId="{B264A191-AEB2-4A70-AA4F-166422AEA395}" dt="2025-04-13T09:32:56.485" v="3134" actId="20577"/>
          <ac:spMkLst>
            <pc:docMk/>
            <pc:sldMk cId="584646672" sldId="259"/>
            <ac:spMk id="12" creationId="{C90A4C3E-693A-7227-1298-C31FCC3F4BC9}"/>
          </ac:spMkLst>
        </pc:spChg>
      </pc:sldChg>
      <pc:sldChg chg="addSp delSp modSp new mod modAnim">
        <pc:chgData name="Joanna Robbins" userId="067b950dc48ce1cf" providerId="LiveId" clId="{B264A191-AEB2-4A70-AA4F-166422AEA395}" dt="2025-04-13T16:25:55.587" v="14935" actId="20577"/>
        <pc:sldMkLst>
          <pc:docMk/>
          <pc:sldMk cId="2293236633" sldId="260"/>
        </pc:sldMkLst>
        <pc:spChg chg="add mod">
          <ac:chgData name="Joanna Robbins" userId="067b950dc48ce1cf" providerId="LiveId" clId="{B264A191-AEB2-4A70-AA4F-166422AEA395}" dt="2025-04-13T15:51:46.075" v="14844" actId="207"/>
          <ac:spMkLst>
            <pc:docMk/>
            <pc:sldMk cId="2293236633" sldId="260"/>
            <ac:spMk id="2" creationId="{1F2EEB0F-D183-456F-AEBA-BDFDBD8AB9D6}"/>
          </ac:spMkLst>
        </pc:spChg>
        <pc:spChg chg="add del mod">
          <ac:chgData name="Joanna Robbins" userId="067b950dc48ce1cf" providerId="LiveId" clId="{B264A191-AEB2-4A70-AA4F-166422AEA395}" dt="2025-04-13T09:10:18.577" v="1386" actId="478"/>
          <ac:spMkLst>
            <pc:docMk/>
            <pc:sldMk cId="2293236633" sldId="260"/>
            <ac:spMk id="7" creationId="{BD4714DE-3CB3-ECF2-0064-54F0BA0EC604}"/>
          </ac:spMkLst>
        </pc:spChg>
        <pc:spChg chg="add mod">
          <ac:chgData name="Joanna Robbins" userId="067b950dc48ce1cf" providerId="LiveId" clId="{B264A191-AEB2-4A70-AA4F-166422AEA395}" dt="2025-04-13T15:52:00.589" v="14846" actId="207"/>
          <ac:spMkLst>
            <pc:docMk/>
            <pc:sldMk cId="2293236633" sldId="260"/>
            <ac:spMk id="8" creationId="{24A6F04B-10F1-7E8E-D51A-CC6BB7A247FE}"/>
          </ac:spMkLst>
        </pc:spChg>
        <pc:spChg chg="add del mod">
          <ac:chgData name="Joanna Robbins" userId="067b950dc48ce1cf" providerId="LiveId" clId="{B264A191-AEB2-4A70-AA4F-166422AEA395}" dt="2025-04-13T09:13:33.656" v="1589" actId="478"/>
          <ac:spMkLst>
            <pc:docMk/>
            <pc:sldMk cId="2293236633" sldId="260"/>
            <ac:spMk id="9" creationId="{65823220-D334-40DE-4CD3-6483F4A3B135}"/>
          </ac:spMkLst>
        </pc:spChg>
        <pc:spChg chg="add mod">
          <ac:chgData name="Joanna Robbins" userId="067b950dc48ce1cf" providerId="LiveId" clId="{B264A191-AEB2-4A70-AA4F-166422AEA395}" dt="2025-04-13T15:52:00.589" v="14846" actId="207"/>
          <ac:spMkLst>
            <pc:docMk/>
            <pc:sldMk cId="2293236633" sldId="260"/>
            <ac:spMk id="10" creationId="{6ED7F84F-3EDB-2496-8449-61F7C15C4A7C}"/>
          </ac:spMkLst>
        </pc:spChg>
        <pc:spChg chg="add del mod">
          <ac:chgData name="Joanna Robbins" userId="067b950dc48ce1cf" providerId="LiveId" clId="{B264A191-AEB2-4A70-AA4F-166422AEA395}" dt="2025-04-13T09:18:12.035" v="1991" actId="478"/>
          <ac:spMkLst>
            <pc:docMk/>
            <pc:sldMk cId="2293236633" sldId="260"/>
            <ac:spMk id="11" creationId="{B84182F7-8381-9CC3-3BB5-4E38ABA6B5E2}"/>
          </ac:spMkLst>
        </pc:spChg>
        <pc:spChg chg="add mod">
          <ac:chgData name="Joanna Robbins" userId="067b950dc48ce1cf" providerId="LiveId" clId="{B264A191-AEB2-4A70-AA4F-166422AEA395}" dt="2025-04-13T16:25:55.587" v="14935" actId="20577"/>
          <ac:spMkLst>
            <pc:docMk/>
            <pc:sldMk cId="2293236633" sldId="260"/>
            <ac:spMk id="12" creationId="{EA523F49-ABFB-9971-57ED-3040720F819A}"/>
          </ac:spMkLst>
        </pc:spChg>
        <pc:spChg chg="add del mod">
          <ac:chgData name="Joanna Robbins" userId="067b950dc48ce1cf" providerId="LiveId" clId="{B264A191-AEB2-4A70-AA4F-166422AEA395}" dt="2025-04-13T09:19:15.806" v="2022" actId="478"/>
          <ac:spMkLst>
            <pc:docMk/>
            <pc:sldMk cId="2293236633" sldId="260"/>
            <ac:spMk id="13" creationId="{C92D8A5A-9F3B-80F7-432C-0FE8F10FDC08}"/>
          </ac:spMkLst>
        </pc:spChg>
        <pc:spChg chg="add del mod">
          <ac:chgData name="Joanna Robbins" userId="067b950dc48ce1cf" providerId="LiveId" clId="{B264A191-AEB2-4A70-AA4F-166422AEA395}" dt="2025-04-13T09:20:16.310" v="2113" actId="478"/>
          <ac:spMkLst>
            <pc:docMk/>
            <pc:sldMk cId="2293236633" sldId="260"/>
            <ac:spMk id="14" creationId="{90BDA507-166C-7C4A-8EDB-B0A8BE6F9219}"/>
          </ac:spMkLst>
        </pc:spChg>
        <pc:spChg chg="add mod">
          <ac:chgData name="Joanna Robbins" userId="067b950dc48ce1cf" providerId="LiveId" clId="{B264A191-AEB2-4A70-AA4F-166422AEA395}" dt="2025-04-13T15:52:06.337" v="14847" actId="207"/>
          <ac:spMkLst>
            <pc:docMk/>
            <pc:sldMk cId="2293236633" sldId="260"/>
            <ac:spMk id="15" creationId="{AFC4EF76-A63A-A76C-8D6F-6A883729AC18}"/>
          </ac:spMkLst>
        </pc:spChg>
        <pc:picChg chg="add mod">
          <ac:chgData name="Joanna Robbins" userId="067b950dc48ce1cf" providerId="LiveId" clId="{B264A191-AEB2-4A70-AA4F-166422AEA395}" dt="2025-04-13T09:20:20.497" v="2114" actId="1076"/>
          <ac:picMkLst>
            <pc:docMk/>
            <pc:sldMk cId="2293236633" sldId="260"/>
            <ac:picMk id="4" creationId="{EDDDC635-9F43-888A-1063-BF6C7731EFA4}"/>
          </ac:picMkLst>
        </pc:picChg>
        <pc:picChg chg="add mod">
          <ac:chgData name="Joanna Robbins" userId="067b950dc48ce1cf" providerId="LiveId" clId="{B264A191-AEB2-4A70-AA4F-166422AEA395}" dt="2025-04-13T09:20:22.635" v="2115" actId="1076"/>
          <ac:picMkLst>
            <pc:docMk/>
            <pc:sldMk cId="2293236633" sldId="260"/>
            <ac:picMk id="6" creationId="{10574290-BE35-CA47-5414-C92BD7D2A4D1}"/>
          </ac:picMkLst>
        </pc:picChg>
      </pc:sldChg>
      <pc:sldChg chg="addSp delSp modSp new mod modAnim">
        <pc:chgData name="Joanna Robbins" userId="067b950dc48ce1cf" providerId="LiveId" clId="{B264A191-AEB2-4A70-AA4F-166422AEA395}" dt="2025-04-13T15:52:16.883" v="14849" actId="207"/>
        <pc:sldMkLst>
          <pc:docMk/>
          <pc:sldMk cId="202290067" sldId="261"/>
        </pc:sldMkLst>
        <pc:spChg chg="add mod">
          <ac:chgData name="Joanna Robbins" userId="067b950dc48ce1cf" providerId="LiveId" clId="{B264A191-AEB2-4A70-AA4F-166422AEA395}" dt="2025-04-13T15:52:12.601" v="14848" actId="207"/>
          <ac:spMkLst>
            <pc:docMk/>
            <pc:sldMk cId="202290067" sldId="261"/>
            <ac:spMk id="2" creationId="{DF7FA726-DB8F-05AA-1622-9BA3BEDDC03B}"/>
          </ac:spMkLst>
        </pc:spChg>
        <pc:spChg chg="add mod">
          <ac:chgData name="Joanna Robbins" userId="067b950dc48ce1cf" providerId="LiveId" clId="{B264A191-AEB2-4A70-AA4F-166422AEA395}" dt="2025-04-13T15:52:16.883" v="14849" actId="207"/>
          <ac:spMkLst>
            <pc:docMk/>
            <pc:sldMk cId="202290067" sldId="261"/>
            <ac:spMk id="3" creationId="{FF5ED63F-52EF-A732-426B-D5CE178B4B6F}"/>
          </ac:spMkLst>
        </pc:spChg>
        <pc:spChg chg="add mod">
          <ac:chgData name="Joanna Robbins" userId="067b950dc48ce1cf" providerId="LiveId" clId="{B264A191-AEB2-4A70-AA4F-166422AEA395}" dt="2025-04-13T15:52:16.883" v="14849" actId="207"/>
          <ac:spMkLst>
            <pc:docMk/>
            <pc:sldMk cId="202290067" sldId="261"/>
            <ac:spMk id="4" creationId="{6D03C120-D016-579C-329F-7BE9C7E17E5A}"/>
          </ac:spMkLst>
        </pc:spChg>
        <pc:spChg chg="add mod">
          <ac:chgData name="Joanna Robbins" userId="067b950dc48ce1cf" providerId="LiveId" clId="{B264A191-AEB2-4A70-AA4F-166422AEA395}" dt="2025-04-13T15:52:16.883" v="14849" actId="207"/>
          <ac:spMkLst>
            <pc:docMk/>
            <pc:sldMk cId="202290067" sldId="261"/>
            <ac:spMk id="5" creationId="{237FD4B7-AC74-1A2C-51D4-E8E6C0650D98}"/>
          </ac:spMkLst>
        </pc:spChg>
        <pc:spChg chg="add del mod">
          <ac:chgData name="Joanna Robbins" userId="067b950dc48ce1cf" providerId="LiveId" clId="{B264A191-AEB2-4A70-AA4F-166422AEA395}" dt="2025-04-13T09:31:41.954" v="3116" actId="478"/>
          <ac:spMkLst>
            <pc:docMk/>
            <pc:sldMk cId="202290067" sldId="261"/>
            <ac:spMk id="8" creationId="{54042AFB-7ED3-D83E-F165-9686167377BF}"/>
          </ac:spMkLst>
        </pc:spChg>
        <pc:picChg chg="add mod">
          <ac:chgData name="Joanna Robbins" userId="067b950dc48ce1cf" providerId="LiveId" clId="{B264A191-AEB2-4A70-AA4F-166422AEA395}" dt="2025-04-13T09:32:22.540" v="3132" actId="1076"/>
          <ac:picMkLst>
            <pc:docMk/>
            <pc:sldMk cId="202290067" sldId="261"/>
            <ac:picMk id="7" creationId="{2E8C3B6E-5226-0D24-E8D9-738E641CD59B}"/>
          </ac:picMkLst>
        </pc:picChg>
      </pc:sldChg>
      <pc:sldChg chg="addSp delSp modSp new mod modAnim">
        <pc:chgData name="Joanna Robbins" userId="067b950dc48ce1cf" providerId="LiveId" clId="{B264A191-AEB2-4A70-AA4F-166422AEA395}" dt="2025-04-13T15:52:23.725" v="14850" actId="207"/>
        <pc:sldMkLst>
          <pc:docMk/>
          <pc:sldMk cId="692732794" sldId="262"/>
        </pc:sldMkLst>
        <pc:spChg chg="add mod">
          <ac:chgData name="Joanna Robbins" userId="067b950dc48ce1cf" providerId="LiveId" clId="{B264A191-AEB2-4A70-AA4F-166422AEA395}" dt="2025-04-13T15:52:23.725" v="14850" actId="207"/>
          <ac:spMkLst>
            <pc:docMk/>
            <pc:sldMk cId="692732794" sldId="262"/>
            <ac:spMk id="2" creationId="{27E38AB5-63E6-8A3A-A8FA-9DDB917D1B14}"/>
          </ac:spMkLst>
        </pc:spChg>
        <pc:spChg chg="add mod">
          <ac:chgData name="Joanna Robbins" userId="067b950dc48ce1cf" providerId="LiveId" clId="{B264A191-AEB2-4A70-AA4F-166422AEA395}" dt="2025-04-13T15:52:23.725" v="14850" actId="207"/>
          <ac:spMkLst>
            <pc:docMk/>
            <pc:sldMk cId="692732794" sldId="262"/>
            <ac:spMk id="3" creationId="{8FDDA439-12C5-C211-8172-DAEFE433A186}"/>
          </ac:spMkLst>
        </pc:spChg>
        <pc:spChg chg="add mod">
          <ac:chgData name="Joanna Robbins" userId="067b950dc48ce1cf" providerId="LiveId" clId="{B264A191-AEB2-4A70-AA4F-166422AEA395}" dt="2025-04-13T15:52:23.725" v="14850" actId="207"/>
          <ac:spMkLst>
            <pc:docMk/>
            <pc:sldMk cId="692732794" sldId="262"/>
            <ac:spMk id="4" creationId="{5137D672-CC2B-DF2B-E7CB-E78D4674D5C1}"/>
          </ac:spMkLst>
        </pc:spChg>
        <pc:spChg chg="add mod">
          <ac:chgData name="Joanna Robbins" userId="067b950dc48ce1cf" providerId="LiveId" clId="{B264A191-AEB2-4A70-AA4F-166422AEA395}" dt="2025-04-13T09:40:22.810" v="3533" actId="1076"/>
          <ac:spMkLst>
            <pc:docMk/>
            <pc:sldMk cId="692732794" sldId="262"/>
            <ac:spMk id="5" creationId="{7504593E-08ED-E061-DE32-AC54E012DA20}"/>
          </ac:spMkLst>
        </pc:spChg>
        <pc:spChg chg="add mod">
          <ac:chgData name="Joanna Robbins" userId="067b950dc48ce1cf" providerId="LiveId" clId="{B264A191-AEB2-4A70-AA4F-166422AEA395}" dt="2025-04-13T09:40:32.237" v="3583" actId="1038"/>
          <ac:spMkLst>
            <pc:docMk/>
            <pc:sldMk cId="692732794" sldId="262"/>
            <ac:spMk id="6" creationId="{1CE23E80-2E38-35E1-B18F-603C19A82C15}"/>
          </ac:spMkLst>
        </pc:spChg>
        <pc:spChg chg="add del mod">
          <ac:chgData name="Joanna Robbins" userId="067b950dc48ce1cf" providerId="LiveId" clId="{B264A191-AEB2-4A70-AA4F-166422AEA395}" dt="2025-04-13T09:43:07.926" v="3823" actId="478"/>
          <ac:spMkLst>
            <pc:docMk/>
            <pc:sldMk cId="692732794" sldId="262"/>
            <ac:spMk id="7" creationId="{DDD3857B-5C8C-BC4F-4CF7-509CD9621BED}"/>
          </ac:spMkLst>
        </pc:spChg>
        <pc:spChg chg="add del mod">
          <ac:chgData name="Joanna Robbins" userId="067b950dc48ce1cf" providerId="LiveId" clId="{B264A191-AEB2-4A70-AA4F-166422AEA395}" dt="2025-04-13T09:43:05.535" v="3822" actId="478"/>
          <ac:spMkLst>
            <pc:docMk/>
            <pc:sldMk cId="692732794" sldId="262"/>
            <ac:spMk id="8" creationId="{84D083D5-BAB0-FBB6-7CF5-D4C175CDD55F}"/>
          </ac:spMkLst>
        </pc:spChg>
        <pc:spChg chg="add del mod">
          <ac:chgData name="Joanna Robbins" userId="067b950dc48ce1cf" providerId="LiveId" clId="{B264A191-AEB2-4A70-AA4F-166422AEA395}" dt="2025-04-13T09:43:30.105" v="3824" actId="478"/>
          <ac:spMkLst>
            <pc:docMk/>
            <pc:sldMk cId="692732794" sldId="262"/>
            <ac:spMk id="9" creationId="{E963BC9D-FD33-B254-CBD0-993406616A3A}"/>
          </ac:spMkLst>
        </pc:spChg>
        <pc:spChg chg="add mod">
          <ac:chgData name="Joanna Robbins" userId="067b950dc48ce1cf" providerId="LiveId" clId="{B264A191-AEB2-4A70-AA4F-166422AEA395}" dt="2025-04-13T09:44:18.960" v="3830" actId="1582"/>
          <ac:spMkLst>
            <pc:docMk/>
            <pc:sldMk cId="692732794" sldId="262"/>
            <ac:spMk id="10" creationId="{6E31350D-4CDF-7BDE-398F-BC7D3D3DA4E0}"/>
          </ac:spMkLst>
        </pc:spChg>
      </pc:sldChg>
      <pc:sldChg chg="addSp delSp modSp new mod modAnim">
        <pc:chgData name="Joanna Robbins" userId="067b950dc48ce1cf" providerId="LiveId" clId="{B264A191-AEB2-4A70-AA4F-166422AEA395}" dt="2025-04-13T16:28:14.289" v="14938"/>
        <pc:sldMkLst>
          <pc:docMk/>
          <pc:sldMk cId="2590765555" sldId="263"/>
        </pc:sldMkLst>
        <pc:spChg chg="add mod">
          <ac:chgData name="Joanna Robbins" userId="067b950dc48ce1cf" providerId="LiveId" clId="{B264A191-AEB2-4A70-AA4F-166422AEA395}" dt="2025-04-13T15:52:38.900" v="14853" actId="207"/>
          <ac:spMkLst>
            <pc:docMk/>
            <pc:sldMk cId="2590765555" sldId="263"/>
            <ac:spMk id="2" creationId="{58CD8B08-C602-30F0-55EC-4373F6815DC3}"/>
          </ac:spMkLst>
        </pc:spChg>
        <pc:spChg chg="add mod">
          <ac:chgData name="Joanna Robbins" userId="067b950dc48ce1cf" providerId="LiveId" clId="{B264A191-AEB2-4A70-AA4F-166422AEA395}" dt="2025-04-13T10:08:19.571" v="4224" actId="1037"/>
          <ac:spMkLst>
            <pc:docMk/>
            <pc:sldMk cId="2590765555" sldId="263"/>
            <ac:spMk id="9" creationId="{6AF17438-1AF0-E967-EE19-8056B77AF595}"/>
          </ac:spMkLst>
        </pc:spChg>
        <pc:spChg chg="add mod">
          <ac:chgData name="Joanna Robbins" userId="067b950dc48ce1cf" providerId="LiveId" clId="{B264A191-AEB2-4A70-AA4F-166422AEA395}" dt="2025-04-13T15:52:35.003" v="14852" actId="207"/>
          <ac:spMkLst>
            <pc:docMk/>
            <pc:sldMk cId="2590765555" sldId="263"/>
            <ac:spMk id="10" creationId="{AAA3FFA2-CB4C-D441-8EC7-19F7749C7435}"/>
          </ac:spMkLst>
        </pc:spChg>
        <pc:spChg chg="add mod">
          <ac:chgData name="Joanna Robbins" userId="067b950dc48ce1cf" providerId="LiveId" clId="{B264A191-AEB2-4A70-AA4F-166422AEA395}" dt="2025-04-13T15:52:35.003" v="14852" actId="207"/>
          <ac:spMkLst>
            <pc:docMk/>
            <pc:sldMk cId="2590765555" sldId="263"/>
            <ac:spMk id="11" creationId="{50B59E8A-B57F-DDA9-3324-100FBB9EE253}"/>
          </ac:spMkLst>
        </pc:spChg>
        <pc:spChg chg="add mod">
          <ac:chgData name="Joanna Robbins" userId="067b950dc48ce1cf" providerId="LiveId" clId="{B264A191-AEB2-4A70-AA4F-166422AEA395}" dt="2025-04-13T15:52:35.003" v="14852" actId="207"/>
          <ac:spMkLst>
            <pc:docMk/>
            <pc:sldMk cId="2590765555" sldId="263"/>
            <ac:spMk id="12" creationId="{29A861EB-8714-0C30-1D38-380CE65632D0}"/>
          </ac:spMkLst>
        </pc:spChg>
        <pc:picChg chg="add mod">
          <ac:chgData name="Joanna Robbins" userId="067b950dc48ce1cf" providerId="LiveId" clId="{B264A191-AEB2-4A70-AA4F-166422AEA395}" dt="2025-04-13T10:08:19.571" v="4224" actId="1037"/>
          <ac:picMkLst>
            <pc:docMk/>
            <pc:sldMk cId="2590765555" sldId="263"/>
            <ac:picMk id="4" creationId="{8B702D6D-AEA9-6E87-CFF8-5A9B0209D470}"/>
          </ac:picMkLst>
        </pc:picChg>
        <pc:picChg chg="add del mod">
          <ac:chgData name="Joanna Robbins" userId="067b950dc48ce1cf" providerId="LiveId" clId="{B264A191-AEB2-4A70-AA4F-166422AEA395}" dt="2025-04-13T10:01:30.183" v="3905" actId="478"/>
          <ac:picMkLst>
            <pc:docMk/>
            <pc:sldMk cId="2590765555" sldId="263"/>
            <ac:picMk id="6" creationId="{A237D373-AB60-7B99-D6AB-4BB7FF55D3B7}"/>
          </ac:picMkLst>
        </pc:picChg>
        <pc:picChg chg="add del mod">
          <ac:chgData name="Joanna Robbins" userId="067b950dc48ce1cf" providerId="LiveId" clId="{B264A191-AEB2-4A70-AA4F-166422AEA395}" dt="2025-04-13T10:00:22.130" v="3890" actId="21"/>
          <ac:picMkLst>
            <pc:docMk/>
            <pc:sldMk cId="2590765555" sldId="263"/>
            <ac:picMk id="8" creationId="{446C7644-60C2-0B42-B400-6696A263970E}"/>
          </ac:picMkLst>
        </pc:picChg>
      </pc:sldChg>
      <pc:sldChg chg="addSp delSp modSp new mod">
        <pc:chgData name="Joanna Robbins" userId="067b950dc48ce1cf" providerId="LiveId" clId="{B264A191-AEB2-4A70-AA4F-166422AEA395}" dt="2025-04-13T15:52:43.268" v="14854" actId="207"/>
        <pc:sldMkLst>
          <pc:docMk/>
          <pc:sldMk cId="3602499945" sldId="264"/>
        </pc:sldMkLst>
        <pc:spChg chg="add del mod">
          <ac:chgData name="Joanna Robbins" userId="067b950dc48ce1cf" providerId="LiveId" clId="{B264A191-AEB2-4A70-AA4F-166422AEA395}" dt="2025-04-13T10:03:29.570" v="4041" actId="478"/>
          <ac:spMkLst>
            <pc:docMk/>
            <pc:sldMk cId="3602499945" sldId="264"/>
            <ac:spMk id="2" creationId="{2F5F2AB6-1B54-1231-B60B-CEF687CE8A83}"/>
          </ac:spMkLst>
        </pc:spChg>
        <pc:spChg chg="add mod">
          <ac:chgData name="Joanna Robbins" userId="067b950dc48ce1cf" providerId="LiveId" clId="{B264A191-AEB2-4A70-AA4F-166422AEA395}" dt="2025-04-13T15:52:43.268" v="14854" actId="207"/>
          <ac:spMkLst>
            <pc:docMk/>
            <pc:sldMk cId="3602499945" sldId="264"/>
            <ac:spMk id="3" creationId="{EB801F93-2642-04B3-BD21-F29E7E7AFD14}"/>
          </ac:spMkLst>
        </pc:spChg>
        <pc:spChg chg="add mod">
          <ac:chgData name="Joanna Robbins" userId="067b950dc48ce1cf" providerId="LiveId" clId="{B264A191-AEB2-4A70-AA4F-166422AEA395}" dt="2025-04-13T10:05:20.286" v="4056" actId="1076"/>
          <ac:spMkLst>
            <pc:docMk/>
            <pc:sldMk cId="3602499945" sldId="264"/>
            <ac:spMk id="4" creationId="{2F5E8F94-6CBB-FE90-6F78-294E5A051E0E}"/>
          </ac:spMkLst>
        </pc:spChg>
        <pc:spChg chg="add mod">
          <ac:chgData name="Joanna Robbins" userId="067b950dc48ce1cf" providerId="LiveId" clId="{B264A191-AEB2-4A70-AA4F-166422AEA395}" dt="2025-04-13T10:05:31.633" v="4068" actId="1035"/>
          <ac:spMkLst>
            <pc:docMk/>
            <pc:sldMk cId="3602499945" sldId="264"/>
            <ac:spMk id="5" creationId="{3AEE653C-1D77-2397-F144-03C114B9046F}"/>
          </ac:spMkLst>
        </pc:spChg>
        <pc:picChg chg="add mod">
          <ac:chgData name="Joanna Robbins" userId="067b950dc48ce1cf" providerId="LiveId" clId="{B264A191-AEB2-4A70-AA4F-166422AEA395}" dt="2025-04-13T10:03:39.573" v="4044" actId="1076"/>
          <ac:picMkLst>
            <pc:docMk/>
            <pc:sldMk cId="3602499945" sldId="264"/>
            <ac:picMk id="8" creationId="{446C7644-60C2-0B42-B400-6696A263970E}"/>
          </ac:picMkLst>
        </pc:picChg>
      </pc:sldChg>
      <pc:sldChg chg="addSp delSp modSp new del mod">
        <pc:chgData name="Joanna Robbins" userId="067b950dc48ce1cf" providerId="LiveId" clId="{B264A191-AEB2-4A70-AA4F-166422AEA395}" dt="2025-04-13T14:35:01.155" v="14246" actId="47"/>
        <pc:sldMkLst>
          <pc:docMk/>
          <pc:sldMk cId="2002742653" sldId="265"/>
        </pc:sldMkLst>
        <pc:spChg chg="add del mod">
          <ac:chgData name="Joanna Robbins" userId="067b950dc48ce1cf" providerId="LiveId" clId="{B264A191-AEB2-4A70-AA4F-166422AEA395}" dt="2025-04-13T10:03:25.181" v="4039" actId="478"/>
          <ac:spMkLst>
            <pc:docMk/>
            <pc:sldMk cId="2002742653" sldId="265"/>
            <ac:spMk id="2" creationId="{E2D85E13-8DFA-9477-D85A-C102F9705F48}"/>
          </ac:spMkLst>
        </pc:spChg>
        <pc:spChg chg="add mod">
          <ac:chgData name="Joanna Robbins" userId="067b950dc48ce1cf" providerId="LiveId" clId="{B264A191-AEB2-4A70-AA4F-166422AEA395}" dt="2025-04-13T10:03:25.660" v="4040"/>
          <ac:spMkLst>
            <pc:docMk/>
            <pc:sldMk cId="2002742653" sldId="265"/>
            <ac:spMk id="4" creationId="{361BCBFD-DBB1-C804-187D-DB9F1D60C769}"/>
          </ac:spMkLst>
        </pc:spChg>
        <pc:spChg chg="add mod">
          <ac:chgData name="Joanna Robbins" userId="067b950dc48ce1cf" providerId="LiveId" clId="{B264A191-AEB2-4A70-AA4F-166422AEA395}" dt="2025-04-13T10:07:44.664" v="4186" actId="14100"/>
          <ac:spMkLst>
            <pc:docMk/>
            <pc:sldMk cId="2002742653" sldId="265"/>
            <ac:spMk id="5" creationId="{11FCA589-D0CF-7473-7BD4-D13F6E8600B8}"/>
          </ac:spMkLst>
        </pc:spChg>
        <pc:picChg chg="add mod">
          <ac:chgData name="Joanna Robbins" userId="067b950dc48ce1cf" providerId="LiveId" clId="{B264A191-AEB2-4A70-AA4F-166422AEA395}" dt="2025-04-13T10:01:10.670" v="3901" actId="1076"/>
          <ac:picMkLst>
            <pc:docMk/>
            <pc:sldMk cId="2002742653" sldId="265"/>
            <ac:picMk id="3" creationId="{1E175376-BAAA-2B21-E280-1D0FE0688C32}"/>
          </ac:picMkLst>
        </pc:picChg>
      </pc:sldChg>
      <pc:sldChg chg="addSp delSp modSp new mod delAnim modAnim">
        <pc:chgData name="Joanna Robbins" userId="067b950dc48ce1cf" providerId="LiveId" clId="{B264A191-AEB2-4A70-AA4F-166422AEA395}" dt="2025-04-13T16:36:15.180" v="14951" actId="14100"/>
        <pc:sldMkLst>
          <pc:docMk/>
          <pc:sldMk cId="704550541" sldId="266"/>
        </pc:sldMkLst>
        <pc:spChg chg="add mod">
          <ac:chgData name="Joanna Robbins" userId="067b950dc48ce1cf" providerId="LiveId" clId="{B264A191-AEB2-4A70-AA4F-166422AEA395}" dt="2025-04-13T15:53:18.969" v="14855" actId="207"/>
          <ac:spMkLst>
            <pc:docMk/>
            <pc:sldMk cId="704550541" sldId="266"/>
            <ac:spMk id="2" creationId="{A0BD9DAD-6681-76C0-9CA4-D4634C9E11EC}"/>
          </ac:spMkLst>
        </pc:spChg>
        <pc:spChg chg="add mod">
          <ac:chgData name="Joanna Robbins" userId="067b950dc48ce1cf" providerId="LiveId" clId="{B264A191-AEB2-4A70-AA4F-166422AEA395}" dt="2025-04-13T10:18:11.315" v="4740" actId="1076"/>
          <ac:spMkLst>
            <pc:docMk/>
            <pc:sldMk cId="704550541" sldId="266"/>
            <ac:spMk id="7" creationId="{A4AC65C1-9FBC-5726-E9D5-27E1C99B5C18}"/>
          </ac:spMkLst>
        </pc:spChg>
        <pc:spChg chg="add mod">
          <ac:chgData name="Joanna Robbins" userId="067b950dc48ce1cf" providerId="LiveId" clId="{B264A191-AEB2-4A70-AA4F-166422AEA395}" dt="2025-04-13T16:36:03.645" v="14941" actId="1076"/>
          <ac:spMkLst>
            <pc:docMk/>
            <pc:sldMk cId="704550541" sldId="266"/>
            <ac:spMk id="8" creationId="{3C524123-1BF0-2813-4B59-0F3825B4EEDE}"/>
          </ac:spMkLst>
        </pc:spChg>
        <pc:spChg chg="add del mod">
          <ac:chgData name="Joanna Robbins" userId="067b950dc48ce1cf" providerId="LiveId" clId="{B264A191-AEB2-4A70-AA4F-166422AEA395}" dt="2025-04-13T16:35:58.923" v="14939" actId="478"/>
          <ac:spMkLst>
            <pc:docMk/>
            <pc:sldMk cId="704550541" sldId="266"/>
            <ac:spMk id="9" creationId="{22B0EEED-50B4-9FCF-4CD5-45A34F2AEBD2}"/>
          </ac:spMkLst>
        </pc:spChg>
        <pc:picChg chg="add del mod">
          <ac:chgData name="Joanna Robbins" userId="067b950dc48ce1cf" providerId="LiveId" clId="{B264A191-AEB2-4A70-AA4F-166422AEA395}" dt="2025-04-13T10:16:53.516" v="4677" actId="478"/>
          <ac:picMkLst>
            <pc:docMk/>
            <pc:sldMk cId="704550541" sldId="266"/>
            <ac:picMk id="4" creationId="{5E20B9FF-F63F-517B-17F8-D93431A49FEC}"/>
          </ac:picMkLst>
        </pc:picChg>
        <pc:picChg chg="add del mod">
          <ac:chgData name="Joanna Robbins" userId="067b950dc48ce1cf" providerId="LiveId" clId="{B264A191-AEB2-4A70-AA4F-166422AEA395}" dt="2025-04-13T10:16:53.516" v="4677" actId="478"/>
          <ac:picMkLst>
            <pc:docMk/>
            <pc:sldMk cId="704550541" sldId="266"/>
            <ac:picMk id="6" creationId="{66936BBE-27E8-F1EB-8FC0-22845EAB4C5B}"/>
          </ac:picMkLst>
        </pc:picChg>
        <pc:cxnChg chg="add mod">
          <ac:chgData name="Joanna Robbins" userId="067b950dc48ce1cf" providerId="LiveId" clId="{B264A191-AEB2-4A70-AA4F-166422AEA395}" dt="2025-04-13T16:36:15.180" v="14951" actId="14100"/>
          <ac:cxnSpMkLst>
            <pc:docMk/>
            <pc:sldMk cId="704550541" sldId="266"/>
            <ac:cxnSpMk id="11" creationId="{03C7999A-F2EA-FF63-3010-291C356B5C95}"/>
          </ac:cxnSpMkLst>
        </pc:cxnChg>
        <pc:cxnChg chg="add del mod">
          <ac:chgData name="Joanna Robbins" userId="067b950dc48ce1cf" providerId="LiveId" clId="{B264A191-AEB2-4A70-AA4F-166422AEA395}" dt="2025-04-13T16:36:00.560" v="14940" actId="478"/>
          <ac:cxnSpMkLst>
            <pc:docMk/>
            <pc:sldMk cId="704550541" sldId="266"/>
            <ac:cxnSpMk id="12" creationId="{FA859726-CACC-87C0-D25D-040BFCD365AD}"/>
          </ac:cxnSpMkLst>
        </pc:cxnChg>
      </pc:sldChg>
      <pc:sldChg chg="addSp delSp modSp add mod modAnim">
        <pc:chgData name="Joanna Robbins" userId="067b950dc48ce1cf" providerId="LiveId" clId="{B264A191-AEB2-4A70-AA4F-166422AEA395}" dt="2025-04-13T15:53:26.999" v="14857" actId="207"/>
        <pc:sldMkLst>
          <pc:docMk/>
          <pc:sldMk cId="552169083" sldId="267"/>
        </pc:sldMkLst>
        <pc:spChg chg="mod">
          <ac:chgData name="Joanna Robbins" userId="067b950dc48ce1cf" providerId="LiveId" clId="{B264A191-AEB2-4A70-AA4F-166422AEA395}" dt="2025-04-13T15:53:26.999" v="14857" actId="207"/>
          <ac:spMkLst>
            <pc:docMk/>
            <pc:sldMk cId="552169083" sldId="267"/>
            <ac:spMk id="2" creationId="{F1354913-6C3D-240A-C1F9-F08F674466D5}"/>
          </ac:spMkLst>
        </pc:spChg>
        <pc:spChg chg="add mod">
          <ac:chgData name="Joanna Robbins" userId="067b950dc48ce1cf" providerId="LiveId" clId="{B264A191-AEB2-4A70-AA4F-166422AEA395}" dt="2025-04-13T10:24:00.802" v="5085" actId="688"/>
          <ac:spMkLst>
            <pc:docMk/>
            <pc:sldMk cId="552169083" sldId="267"/>
            <ac:spMk id="3" creationId="{F6B55A63-8CD1-69B1-2414-0FEBC680FA5D}"/>
          </ac:spMkLst>
        </pc:spChg>
        <pc:spChg chg="add mod">
          <ac:chgData name="Joanna Robbins" userId="067b950dc48ce1cf" providerId="LiveId" clId="{B264A191-AEB2-4A70-AA4F-166422AEA395}" dt="2025-04-13T10:24:52.400" v="5173" actId="1038"/>
          <ac:spMkLst>
            <pc:docMk/>
            <pc:sldMk cId="552169083" sldId="267"/>
            <ac:spMk id="5" creationId="{771061BB-1A2B-BBFE-0416-C72C1B216EE0}"/>
          </ac:spMkLst>
        </pc:spChg>
        <pc:spChg chg="add mod">
          <ac:chgData name="Joanna Robbins" userId="067b950dc48ce1cf" providerId="LiveId" clId="{B264A191-AEB2-4A70-AA4F-166422AEA395}" dt="2025-04-13T10:26:42.364" v="5299" actId="113"/>
          <ac:spMkLst>
            <pc:docMk/>
            <pc:sldMk cId="552169083" sldId="267"/>
            <ac:spMk id="7" creationId="{25E7379F-D14E-01B8-B5C1-BB2B70291D46}"/>
          </ac:spMkLst>
        </pc:spChg>
        <pc:spChg chg="add mod">
          <ac:chgData name="Joanna Robbins" userId="067b950dc48ce1cf" providerId="LiveId" clId="{B264A191-AEB2-4A70-AA4F-166422AEA395}" dt="2025-04-13T10:27:26.515" v="5349" actId="1035"/>
          <ac:spMkLst>
            <pc:docMk/>
            <pc:sldMk cId="552169083" sldId="267"/>
            <ac:spMk id="8" creationId="{E635FCA4-08B7-69C8-DB46-934F74D6F719}"/>
          </ac:spMkLst>
        </pc:spChg>
        <pc:spChg chg="add mod">
          <ac:chgData name="Joanna Robbins" userId="067b950dc48ce1cf" providerId="LiveId" clId="{B264A191-AEB2-4A70-AA4F-166422AEA395}" dt="2025-04-13T10:28:52.621" v="5378" actId="1076"/>
          <ac:spMkLst>
            <pc:docMk/>
            <pc:sldMk cId="552169083" sldId="267"/>
            <ac:spMk id="9" creationId="{E1010299-C1D4-C5AB-FFCF-8CEB969298CC}"/>
          </ac:spMkLst>
        </pc:spChg>
        <pc:picChg chg="mod">
          <ac:chgData name="Joanna Robbins" userId="067b950dc48ce1cf" providerId="LiveId" clId="{B264A191-AEB2-4A70-AA4F-166422AEA395}" dt="2025-04-13T10:24:17.392" v="5088" actId="1076"/>
          <ac:picMkLst>
            <pc:docMk/>
            <pc:sldMk cId="552169083" sldId="267"/>
            <ac:picMk id="4" creationId="{206CC63D-65CF-A7AA-71E0-DF494335D387}"/>
          </ac:picMkLst>
        </pc:picChg>
        <pc:picChg chg="del">
          <ac:chgData name="Joanna Robbins" userId="067b950dc48ce1cf" providerId="LiveId" clId="{B264A191-AEB2-4A70-AA4F-166422AEA395}" dt="2025-04-13T10:23:19.160" v="5076" actId="478"/>
          <ac:picMkLst>
            <pc:docMk/>
            <pc:sldMk cId="552169083" sldId="267"/>
            <ac:picMk id="6" creationId="{2F28F591-412E-6586-6684-26D1E3CCC864}"/>
          </ac:picMkLst>
        </pc:picChg>
      </pc:sldChg>
      <pc:sldChg chg="addSp delSp modSp add del mod">
        <pc:chgData name="Joanna Robbins" userId="067b950dc48ce1cf" providerId="LiveId" clId="{B264A191-AEB2-4A70-AA4F-166422AEA395}" dt="2025-04-13T16:36:22.450" v="14952" actId="47"/>
        <pc:sldMkLst>
          <pc:docMk/>
          <pc:sldMk cId="347722097" sldId="268"/>
        </pc:sldMkLst>
        <pc:spChg chg="mod">
          <ac:chgData name="Joanna Robbins" userId="067b950dc48ce1cf" providerId="LiveId" clId="{B264A191-AEB2-4A70-AA4F-166422AEA395}" dt="2025-04-13T15:53:31.682" v="14858" actId="207"/>
          <ac:spMkLst>
            <pc:docMk/>
            <pc:sldMk cId="347722097" sldId="268"/>
            <ac:spMk id="2" creationId="{F750FA81-575D-B256-556E-2C76036D26C2}"/>
          </ac:spMkLst>
        </pc:spChg>
        <pc:spChg chg="add mod">
          <ac:chgData name="Joanna Robbins" userId="067b950dc48ce1cf" providerId="LiveId" clId="{B264A191-AEB2-4A70-AA4F-166422AEA395}" dt="2025-04-13T10:29:52.763" v="5493" actId="1076"/>
          <ac:spMkLst>
            <pc:docMk/>
            <pc:sldMk cId="347722097" sldId="268"/>
            <ac:spMk id="3" creationId="{666F5B5F-E4A8-338E-2E58-63D1DC870E45}"/>
          </ac:spMkLst>
        </pc:spChg>
        <pc:picChg chg="del">
          <ac:chgData name="Joanna Robbins" userId="067b950dc48ce1cf" providerId="LiveId" clId="{B264A191-AEB2-4A70-AA4F-166422AEA395}" dt="2025-04-13T10:29:02.337" v="5379" actId="478"/>
          <ac:picMkLst>
            <pc:docMk/>
            <pc:sldMk cId="347722097" sldId="268"/>
            <ac:picMk id="4" creationId="{3E81D5D0-CAB8-0164-9DC0-9747E936C167}"/>
          </ac:picMkLst>
        </pc:picChg>
        <pc:picChg chg="mod">
          <ac:chgData name="Joanna Robbins" userId="067b950dc48ce1cf" providerId="LiveId" clId="{B264A191-AEB2-4A70-AA4F-166422AEA395}" dt="2025-04-13T10:29:08.849" v="5382" actId="1076"/>
          <ac:picMkLst>
            <pc:docMk/>
            <pc:sldMk cId="347722097" sldId="268"/>
            <ac:picMk id="6" creationId="{0AA5952C-2789-27B8-EA68-9008F8C7612D}"/>
          </ac:picMkLst>
        </pc:picChg>
      </pc:sldChg>
      <pc:sldChg chg="addSp modSp new mod">
        <pc:chgData name="Joanna Robbins" userId="067b950dc48ce1cf" providerId="LiveId" clId="{B264A191-AEB2-4A70-AA4F-166422AEA395}" dt="2025-04-13T15:53:34.607" v="14859" actId="207"/>
        <pc:sldMkLst>
          <pc:docMk/>
          <pc:sldMk cId="1868479191" sldId="269"/>
        </pc:sldMkLst>
        <pc:spChg chg="add mod">
          <ac:chgData name="Joanna Robbins" userId="067b950dc48ce1cf" providerId="LiveId" clId="{B264A191-AEB2-4A70-AA4F-166422AEA395}" dt="2025-04-13T15:53:34.607" v="14859" actId="207"/>
          <ac:spMkLst>
            <pc:docMk/>
            <pc:sldMk cId="1868479191" sldId="269"/>
            <ac:spMk id="2" creationId="{ED3ED9A7-B637-BEC5-057E-983E527A31A4}"/>
          </ac:spMkLst>
        </pc:spChg>
        <pc:spChg chg="add mod">
          <ac:chgData name="Joanna Robbins" userId="067b950dc48ce1cf" providerId="LiveId" clId="{B264A191-AEB2-4A70-AA4F-166422AEA395}" dt="2025-04-13T10:32:37.958" v="5669" actId="20577"/>
          <ac:spMkLst>
            <pc:docMk/>
            <pc:sldMk cId="1868479191" sldId="269"/>
            <ac:spMk id="5" creationId="{29C83D54-7E2E-2102-AD2B-97F93892CE1D}"/>
          </ac:spMkLst>
        </pc:spChg>
        <pc:picChg chg="add mod">
          <ac:chgData name="Joanna Robbins" userId="067b950dc48ce1cf" providerId="LiveId" clId="{B264A191-AEB2-4A70-AA4F-166422AEA395}" dt="2025-04-13T10:32:20.578" v="5654" actId="1076"/>
          <ac:picMkLst>
            <pc:docMk/>
            <pc:sldMk cId="1868479191" sldId="269"/>
            <ac:picMk id="4" creationId="{1ED150E0-3030-E7DE-549D-16CA27061BFA}"/>
          </ac:picMkLst>
        </pc:picChg>
      </pc:sldChg>
      <pc:sldChg chg="addSp delSp modSp new mod setBg">
        <pc:chgData name="Joanna Robbins" userId="067b950dc48ce1cf" providerId="LiveId" clId="{B264A191-AEB2-4A70-AA4F-166422AEA395}" dt="2025-04-13T15:53:22.792" v="14856" actId="207"/>
        <pc:sldMkLst>
          <pc:docMk/>
          <pc:sldMk cId="3578465679" sldId="270"/>
        </pc:sldMkLst>
        <pc:spChg chg="add mod">
          <ac:chgData name="Joanna Robbins" userId="067b950dc48ce1cf" providerId="LiveId" clId="{B264A191-AEB2-4A70-AA4F-166422AEA395}" dt="2025-04-13T15:53:22.792" v="14856" actId="207"/>
          <ac:spMkLst>
            <pc:docMk/>
            <pc:sldMk cId="3578465679" sldId="270"/>
            <ac:spMk id="2" creationId="{CEB1A69A-D800-4D32-4B89-1ED7B2C4FDF5}"/>
          </ac:spMkLst>
        </pc:spChg>
        <pc:spChg chg="add mod">
          <ac:chgData name="Joanna Robbins" userId="067b950dc48ce1cf" providerId="LiveId" clId="{B264A191-AEB2-4A70-AA4F-166422AEA395}" dt="2025-04-13T15:48:35.869" v="14826" actId="207"/>
          <ac:spMkLst>
            <pc:docMk/>
            <pc:sldMk cId="3578465679" sldId="270"/>
            <ac:spMk id="4" creationId="{AC544079-CDAC-7C24-D0B9-C660413EE61C}"/>
          </ac:spMkLst>
        </pc:spChg>
        <pc:grpChg chg="add del">
          <ac:chgData name="Joanna Robbins" userId="067b950dc48ce1cf" providerId="LiveId" clId="{B264A191-AEB2-4A70-AA4F-166422AEA395}" dt="2025-04-13T10:30:42.419" v="5500" actId="26606"/>
          <ac:grpSpMkLst>
            <pc:docMk/>
            <pc:sldMk cId="3578465679" sldId="270"/>
            <ac:grpSpMk id="8" creationId="{6258F736-B256-8039-9DC6-F4E49A5C5AD5}"/>
          </ac:grpSpMkLst>
        </pc:grpChg>
        <pc:picChg chg="add mod">
          <ac:chgData name="Joanna Robbins" userId="067b950dc48ce1cf" providerId="LiveId" clId="{B264A191-AEB2-4A70-AA4F-166422AEA395}" dt="2025-04-13T10:30:42.419" v="5500" actId="26606"/>
          <ac:picMkLst>
            <pc:docMk/>
            <pc:sldMk cId="3578465679" sldId="270"/>
            <ac:picMk id="3" creationId="{0623764C-AB29-0386-820F-C559EB2BB63F}"/>
          </ac:picMkLst>
        </pc:picChg>
      </pc:sldChg>
      <pc:sldChg chg="addSp modSp new mod modAnim">
        <pc:chgData name="Joanna Robbins" userId="067b950dc48ce1cf" providerId="LiveId" clId="{B264A191-AEB2-4A70-AA4F-166422AEA395}" dt="2025-04-13T15:53:39.479" v="14860" actId="207"/>
        <pc:sldMkLst>
          <pc:docMk/>
          <pc:sldMk cId="113381615" sldId="271"/>
        </pc:sldMkLst>
        <pc:spChg chg="add mod">
          <ac:chgData name="Joanna Robbins" userId="067b950dc48ce1cf" providerId="LiveId" clId="{B264A191-AEB2-4A70-AA4F-166422AEA395}" dt="2025-04-13T15:53:39.479" v="14860" actId="207"/>
          <ac:spMkLst>
            <pc:docMk/>
            <pc:sldMk cId="113381615" sldId="271"/>
            <ac:spMk id="3" creationId="{93A1E938-D984-5B8B-DBAE-4EF32C2C4667}"/>
          </ac:spMkLst>
        </pc:spChg>
        <pc:spChg chg="add mod">
          <ac:chgData name="Joanna Robbins" userId="067b950dc48ce1cf" providerId="LiveId" clId="{B264A191-AEB2-4A70-AA4F-166422AEA395}" dt="2025-04-13T10:33:18.490" v="5674" actId="14100"/>
          <ac:spMkLst>
            <pc:docMk/>
            <pc:sldMk cId="113381615" sldId="271"/>
            <ac:spMk id="4" creationId="{8B31A4EC-789D-6723-FA2F-D0E9ACECF050}"/>
          </ac:spMkLst>
        </pc:spChg>
        <pc:spChg chg="add mod">
          <ac:chgData name="Joanna Robbins" userId="067b950dc48ce1cf" providerId="LiveId" clId="{B264A191-AEB2-4A70-AA4F-166422AEA395}" dt="2025-04-13T10:33:43.768" v="5714" actId="14100"/>
          <ac:spMkLst>
            <pc:docMk/>
            <pc:sldMk cId="113381615" sldId="271"/>
            <ac:spMk id="5" creationId="{35B7703E-1F18-29B4-E3B2-4DE37160C1BE}"/>
          </ac:spMkLst>
        </pc:spChg>
        <pc:spChg chg="add mod">
          <ac:chgData name="Joanna Robbins" userId="067b950dc48ce1cf" providerId="LiveId" clId="{B264A191-AEB2-4A70-AA4F-166422AEA395}" dt="2025-04-13T10:34:05.684" v="5724" actId="20577"/>
          <ac:spMkLst>
            <pc:docMk/>
            <pc:sldMk cId="113381615" sldId="271"/>
            <ac:spMk id="6" creationId="{F478C645-8353-7CF5-D0C2-89FF7C344665}"/>
          </ac:spMkLst>
        </pc:spChg>
        <pc:spChg chg="add mod">
          <ac:chgData name="Joanna Robbins" userId="067b950dc48ce1cf" providerId="LiveId" clId="{B264A191-AEB2-4A70-AA4F-166422AEA395}" dt="2025-04-13T10:34:22.427" v="5730" actId="20577"/>
          <ac:spMkLst>
            <pc:docMk/>
            <pc:sldMk cId="113381615" sldId="271"/>
            <ac:spMk id="7" creationId="{F831529F-60D5-CF17-C79E-FC42F1DFD8BD}"/>
          </ac:spMkLst>
        </pc:spChg>
        <pc:spChg chg="add mod">
          <ac:chgData name="Joanna Robbins" userId="067b950dc48ce1cf" providerId="LiveId" clId="{B264A191-AEB2-4A70-AA4F-166422AEA395}" dt="2025-04-13T10:34:34.597" v="5732" actId="20577"/>
          <ac:spMkLst>
            <pc:docMk/>
            <pc:sldMk cId="113381615" sldId="271"/>
            <ac:spMk id="8" creationId="{304113B2-C39F-1C30-B6D0-44F9FFEAA729}"/>
          </ac:spMkLst>
        </pc:spChg>
        <pc:picChg chg="add mod">
          <ac:chgData name="Joanna Robbins" userId="067b950dc48ce1cf" providerId="LiveId" clId="{B264A191-AEB2-4A70-AA4F-166422AEA395}" dt="2025-04-13T10:32:51.008" v="5671"/>
          <ac:picMkLst>
            <pc:docMk/>
            <pc:sldMk cId="113381615" sldId="271"/>
            <ac:picMk id="2" creationId="{09E481A0-CB81-5F5C-9198-2DFCC60F0F47}"/>
          </ac:picMkLst>
        </pc:picChg>
      </pc:sldChg>
      <pc:sldChg chg="addSp modSp new del mod">
        <pc:chgData name="Joanna Robbins" userId="067b950dc48ce1cf" providerId="LiveId" clId="{B264A191-AEB2-4A70-AA4F-166422AEA395}" dt="2025-04-13T16:38:45.563" v="14953" actId="47"/>
        <pc:sldMkLst>
          <pc:docMk/>
          <pc:sldMk cId="1563932073" sldId="272"/>
        </pc:sldMkLst>
        <pc:spChg chg="add mod">
          <ac:chgData name="Joanna Robbins" userId="067b950dc48ce1cf" providerId="LiveId" clId="{B264A191-AEB2-4A70-AA4F-166422AEA395}" dt="2025-04-13T15:53:43.854" v="14861" actId="207"/>
          <ac:spMkLst>
            <pc:docMk/>
            <pc:sldMk cId="1563932073" sldId="272"/>
            <ac:spMk id="2" creationId="{C88D895C-5962-C384-36DE-51D3464805D5}"/>
          </ac:spMkLst>
        </pc:spChg>
        <pc:spChg chg="add mod">
          <ac:chgData name="Joanna Robbins" userId="067b950dc48ce1cf" providerId="LiveId" clId="{B264A191-AEB2-4A70-AA4F-166422AEA395}" dt="2025-04-13T10:34:45.416" v="5734"/>
          <ac:spMkLst>
            <pc:docMk/>
            <pc:sldMk cId="1563932073" sldId="272"/>
            <ac:spMk id="3" creationId="{54476476-064B-7D1B-6C47-822E66F546F0}"/>
          </ac:spMkLst>
        </pc:spChg>
        <pc:picChg chg="add mod">
          <ac:chgData name="Joanna Robbins" userId="067b950dc48ce1cf" providerId="LiveId" clId="{B264A191-AEB2-4A70-AA4F-166422AEA395}" dt="2025-04-13T10:35:07.289" v="5740" actId="1076"/>
          <ac:picMkLst>
            <pc:docMk/>
            <pc:sldMk cId="1563932073" sldId="272"/>
            <ac:picMk id="5" creationId="{1CDF57EC-02E5-126F-DC66-618A231317C7}"/>
          </ac:picMkLst>
        </pc:picChg>
      </pc:sldChg>
      <pc:sldChg chg="addSp modSp new mod modAnim">
        <pc:chgData name="Joanna Robbins" userId="067b950dc48ce1cf" providerId="LiveId" clId="{B264A191-AEB2-4A70-AA4F-166422AEA395}" dt="2025-04-13T15:53:48.234" v="14862" actId="207"/>
        <pc:sldMkLst>
          <pc:docMk/>
          <pc:sldMk cId="3039652146" sldId="273"/>
        </pc:sldMkLst>
        <pc:spChg chg="add mod">
          <ac:chgData name="Joanna Robbins" userId="067b950dc48ce1cf" providerId="LiveId" clId="{B264A191-AEB2-4A70-AA4F-166422AEA395}" dt="2025-04-13T15:53:48.234" v="14862" actId="207"/>
          <ac:spMkLst>
            <pc:docMk/>
            <pc:sldMk cId="3039652146" sldId="273"/>
            <ac:spMk id="3" creationId="{F310AAE2-78FE-821E-44EA-2A9BFB81FA7A}"/>
          </ac:spMkLst>
        </pc:spChg>
        <pc:picChg chg="add mod modCrop">
          <ac:chgData name="Joanna Robbins" userId="067b950dc48ce1cf" providerId="LiveId" clId="{B264A191-AEB2-4A70-AA4F-166422AEA395}" dt="2025-04-13T11:01:48.314" v="5958" actId="1076"/>
          <ac:picMkLst>
            <pc:docMk/>
            <pc:sldMk cId="3039652146" sldId="273"/>
            <ac:picMk id="2" creationId="{C31DACC5-F8AA-B800-EF26-77B61C33A968}"/>
          </ac:picMkLst>
        </pc:picChg>
      </pc:sldChg>
      <pc:sldChg chg="addSp modSp new mod modAnim">
        <pc:chgData name="Joanna Robbins" userId="067b950dc48ce1cf" providerId="LiveId" clId="{B264A191-AEB2-4A70-AA4F-166422AEA395}" dt="2025-04-13T15:53:51.667" v="14863" actId="207"/>
        <pc:sldMkLst>
          <pc:docMk/>
          <pc:sldMk cId="2641632415" sldId="274"/>
        </pc:sldMkLst>
        <pc:spChg chg="add mod">
          <ac:chgData name="Joanna Robbins" userId="067b950dc48ce1cf" providerId="LiveId" clId="{B264A191-AEB2-4A70-AA4F-166422AEA395}" dt="2025-04-13T15:53:51.667" v="14863" actId="207"/>
          <ac:spMkLst>
            <pc:docMk/>
            <pc:sldMk cId="2641632415" sldId="274"/>
            <ac:spMk id="2" creationId="{E11CE3A9-1AF4-6F3C-65DB-95960A46B6E8}"/>
          </ac:spMkLst>
        </pc:spChg>
        <pc:picChg chg="add mod modCrop">
          <ac:chgData name="Joanna Robbins" userId="067b950dc48ce1cf" providerId="LiveId" clId="{B264A191-AEB2-4A70-AA4F-166422AEA395}" dt="2025-04-13T11:02:32.644" v="5965" actId="1076"/>
          <ac:picMkLst>
            <pc:docMk/>
            <pc:sldMk cId="2641632415" sldId="274"/>
            <ac:picMk id="3" creationId="{9767725C-69B6-4750-420B-F80E57366405}"/>
          </ac:picMkLst>
        </pc:picChg>
      </pc:sldChg>
      <pc:sldChg chg="addSp delSp modSp add mod delAnim modAnim">
        <pc:chgData name="Joanna Robbins" userId="067b950dc48ce1cf" providerId="LiveId" clId="{B264A191-AEB2-4A70-AA4F-166422AEA395}" dt="2025-04-13T15:53:58.502" v="14864" actId="207"/>
        <pc:sldMkLst>
          <pc:docMk/>
          <pc:sldMk cId="401907004" sldId="275"/>
        </pc:sldMkLst>
        <pc:spChg chg="mod">
          <ac:chgData name="Joanna Robbins" userId="067b950dc48ce1cf" providerId="LiveId" clId="{B264A191-AEB2-4A70-AA4F-166422AEA395}" dt="2025-04-13T15:53:58.502" v="14864" actId="207"/>
          <ac:spMkLst>
            <pc:docMk/>
            <pc:sldMk cId="401907004" sldId="275"/>
            <ac:spMk id="2" creationId="{E11CE3A9-1AF4-6F3C-65DB-95960A46B6E8}"/>
          </ac:spMkLst>
        </pc:spChg>
        <pc:spChg chg="add mod">
          <ac:chgData name="Joanna Robbins" userId="067b950dc48ce1cf" providerId="LiveId" clId="{B264A191-AEB2-4A70-AA4F-166422AEA395}" dt="2025-04-13T11:09:01.315" v="6305" actId="1076"/>
          <ac:spMkLst>
            <pc:docMk/>
            <pc:sldMk cId="401907004" sldId="275"/>
            <ac:spMk id="11" creationId="{03CCDDD8-5075-DB1C-D326-A93F727444DF}"/>
          </ac:spMkLst>
        </pc:spChg>
        <pc:spChg chg="add mod">
          <ac:chgData name="Joanna Robbins" userId="067b950dc48ce1cf" providerId="LiveId" clId="{B264A191-AEB2-4A70-AA4F-166422AEA395}" dt="2025-04-13T11:09:13.917" v="6318" actId="1076"/>
          <ac:spMkLst>
            <pc:docMk/>
            <pc:sldMk cId="401907004" sldId="275"/>
            <ac:spMk id="12" creationId="{A3DB4F3C-B3E8-06AC-998B-577E22B9CF6A}"/>
          </ac:spMkLst>
        </pc:spChg>
        <pc:spChg chg="add mod">
          <ac:chgData name="Joanna Robbins" userId="067b950dc48ce1cf" providerId="LiveId" clId="{B264A191-AEB2-4A70-AA4F-166422AEA395}" dt="2025-04-13T11:09:21.841" v="6325" actId="20577"/>
          <ac:spMkLst>
            <pc:docMk/>
            <pc:sldMk cId="401907004" sldId="275"/>
            <ac:spMk id="13" creationId="{6E39F1F0-E1AA-0EF7-950D-D72270E427BC}"/>
          </ac:spMkLst>
        </pc:spChg>
        <pc:spChg chg="add">
          <ac:chgData name="Joanna Robbins" userId="067b950dc48ce1cf" providerId="LiveId" clId="{B264A191-AEB2-4A70-AA4F-166422AEA395}" dt="2025-04-13T11:09:53.343" v="6326" actId="11529"/>
          <ac:spMkLst>
            <pc:docMk/>
            <pc:sldMk cId="401907004" sldId="275"/>
            <ac:spMk id="14" creationId="{FF539AC4-AB1E-4445-5ECB-8FB9E338064E}"/>
          </ac:spMkLst>
        </pc:spChg>
        <pc:spChg chg="add mod">
          <ac:chgData name="Joanna Robbins" userId="067b950dc48ce1cf" providerId="LiveId" clId="{B264A191-AEB2-4A70-AA4F-166422AEA395}" dt="2025-04-13T11:11:56.512" v="6353" actId="1076"/>
          <ac:spMkLst>
            <pc:docMk/>
            <pc:sldMk cId="401907004" sldId="275"/>
            <ac:spMk id="15" creationId="{6C61C804-37EA-0237-657F-BFEDF6E8E8A7}"/>
          </ac:spMkLst>
        </pc:spChg>
        <pc:spChg chg="add mod">
          <ac:chgData name="Joanna Robbins" userId="067b950dc48ce1cf" providerId="LiveId" clId="{B264A191-AEB2-4A70-AA4F-166422AEA395}" dt="2025-04-13T11:11:43.509" v="6350" actId="1076"/>
          <ac:spMkLst>
            <pc:docMk/>
            <pc:sldMk cId="401907004" sldId="275"/>
            <ac:spMk id="16" creationId="{0DF0B3C2-9F9B-3AFB-386F-E3A0A07EAFAC}"/>
          </ac:spMkLst>
        </pc:spChg>
        <pc:spChg chg="add mod">
          <ac:chgData name="Joanna Robbins" userId="067b950dc48ce1cf" providerId="LiveId" clId="{B264A191-AEB2-4A70-AA4F-166422AEA395}" dt="2025-04-13T11:12:06.694" v="6359" actId="20577"/>
          <ac:spMkLst>
            <pc:docMk/>
            <pc:sldMk cId="401907004" sldId="275"/>
            <ac:spMk id="17" creationId="{AEFC22F3-20BB-8427-42DC-12F606231B42}"/>
          </ac:spMkLst>
        </pc:spChg>
        <pc:picChg chg="del">
          <ac:chgData name="Joanna Robbins" userId="067b950dc48ce1cf" providerId="LiveId" clId="{B264A191-AEB2-4A70-AA4F-166422AEA395}" dt="2025-04-13T11:05:28.975" v="5967" actId="478"/>
          <ac:picMkLst>
            <pc:docMk/>
            <pc:sldMk cId="401907004" sldId="275"/>
            <ac:picMk id="3" creationId="{9767725C-69B6-4750-420B-F80E57366405}"/>
          </ac:picMkLst>
        </pc:picChg>
        <pc:cxnChg chg="add mod">
          <ac:chgData name="Joanna Robbins" userId="067b950dc48ce1cf" providerId="LiveId" clId="{B264A191-AEB2-4A70-AA4F-166422AEA395}" dt="2025-04-13T11:07:42.658" v="6281" actId="13822"/>
          <ac:cxnSpMkLst>
            <pc:docMk/>
            <pc:sldMk cId="401907004" sldId="275"/>
            <ac:cxnSpMk id="5" creationId="{0532B281-4D2D-BF3E-1604-1118B945AAAA}"/>
          </ac:cxnSpMkLst>
        </pc:cxnChg>
        <pc:cxnChg chg="add mod">
          <ac:chgData name="Joanna Robbins" userId="067b950dc48ce1cf" providerId="LiveId" clId="{B264A191-AEB2-4A70-AA4F-166422AEA395}" dt="2025-04-13T11:07:52.361" v="6284" actId="14100"/>
          <ac:cxnSpMkLst>
            <pc:docMk/>
            <pc:sldMk cId="401907004" sldId="275"/>
            <ac:cxnSpMk id="6" creationId="{DF538E12-43DA-888A-3DED-AC108A896039}"/>
          </ac:cxnSpMkLst>
        </pc:cxnChg>
        <pc:cxnChg chg="add mod">
          <ac:chgData name="Joanna Robbins" userId="067b950dc48ce1cf" providerId="LiveId" clId="{B264A191-AEB2-4A70-AA4F-166422AEA395}" dt="2025-04-13T11:08:12.080" v="6288" actId="14100"/>
          <ac:cxnSpMkLst>
            <pc:docMk/>
            <pc:sldMk cId="401907004" sldId="275"/>
            <ac:cxnSpMk id="8" creationId="{6E7F8DDD-DD71-9309-F9A9-AC8F1FB23EB2}"/>
          </ac:cxnSpMkLst>
        </pc:cxnChg>
      </pc:sldChg>
      <pc:sldChg chg="addSp delSp modSp new mod ord delAnim modAnim">
        <pc:chgData name="Joanna Robbins" userId="067b950dc48ce1cf" providerId="LiveId" clId="{B264A191-AEB2-4A70-AA4F-166422AEA395}" dt="2025-04-13T15:54:02.127" v="14865" actId="207"/>
        <pc:sldMkLst>
          <pc:docMk/>
          <pc:sldMk cId="2223463463" sldId="276"/>
        </pc:sldMkLst>
        <pc:spChg chg="add del mod">
          <ac:chgData name="Joanna Robbins" userId="067b950dc48ce1cf" providerId="LiveId" clId="{B264A191-AEB2-4A70-AA4F-166422AEA395}" dt="2025-04-13T11:23:17.494" v="6584" actId="478"/>
          <ac:spMkLst>
            <pc:docMk/>
            <pc:sldMk cId="2223463463" sldId="276"/>
            <ac:spMk id="2" creationId="{3808551C-70CE-5505-9BF2-38BC43B2A73C}"/>
          </ac:spMkLst>
        </pc:spChg>
        <pc:spChg chg="add mod">
          <ac:chgData name="Joanna Robbins" userId="067b950dc48ce1cf" providerId="LiveId" clId="{B264A191-AEB2-4A70-AA4F-166422AEA395}" dt="2025-04-13T11:26:29.253" v="6755" actId="1076"/>
          <ac:spMkLst>
            <pc:docMk/>
            <pc:sldMk cId="2223463463" sldId="276"/>
            <ac:spMk id="5" creationId="{D855E1A5-B0D7-1F43-D5E4-5BC34F67E749}"/>
          </ac:spMkLst>
        </pc:spChg>
        <pc:spChg chg="add mod">
          <ac:chgData name="Joanna Robbins" userId="067b950dc48ce1cf" providerId="LiveId" clId="{B264A191-AEB2-4A70-AA4F-166422AEA395}" dt="2025-04-13T11:26:29.253" v="6755" actId="1076"/>
          <ac:spMkLst>
            <pc:docMk/>
            <pc:sldMk cId="2223463463" sldId="276"/>
            <ac:spMk id="6" creationId="{73D07BA2-FE6A-745C-200C-80CDF2250E88}"/>
          </ac:spMkLst>
        </pc:spChg>
        <pc:spChg chg="add mod">
          <ac:chgData name="Joanna Robbins" userId="067b950dc48ce1cf" providerId="LiveId" clId="{B264A191-AEB2-4A70-AA4F-166422AEA395}" dt="2025-04-13T11:26:29.253" v="6755" actId="1076"/>
          <ac:spMkLst>
            <pc:docMk/>
            <pc:sldMk cId="2223463463" sldId="276"/>
            <ac:spMk id="7" creationId="{9ABE3191-B1AD-E253-2620-EC979E3D4763}"/>
          </ac:spMkLst>
        </pc:spChg>
        <pc:spChg chg="add del mod">
          <ac:chgData name="Joanna Robbins" userId="067b950dc48ce1cf" providerId="LiveId" clId="{B264A191-AEB2-4A70-AA4F-166422AEA395}" dt="2025-04-13T11:19:44.607" v="6503" actId="478"/>
          <ac:spMkLst>
            <pc:docMk/>
            <pc:sldMk cId="2223463463" sldId="276"/>
            <ac:spMk id="8" creationId="{D1D2EF10-76AD-6FB1-694B-F2FB133E5675}"/>
          </ac:spMkLst>
        </pc:spChg>
        <pc:spChg chg="add mod">
          <ac:chgData name="Joanna Robbins" userId="067b950dc48ce1cf" providerId="LiveId" clId="{B264A191-AEB2-4A70-AA4F-166422AEA395}" dt="2025-04-13T11:20:51.474" v="6528" actId="14100"/>
          <ac:spMkLst>
            <pc:docMk/>
            <pc:sldMk cId="2223463463" sldId="276"/>
            <ac:spMk id="9" creationId="{20E0F9D4-C669-0E47-67B6-EE4D23717B3F}"/>
          </ac:spMkLst>
        </pc:spChg>
        <pc:spChg chg="add mod">
          <ac:chgData name="Joanna Robbins" userId="067b950dc48ce1cf" providerId="LiveId" clId="{B264A191-AEB2-4A70-AA4F-166422AEA395}" dt="2025-04-13T11:20:36.253" v="6525" actId="14100"/>
          <ac:spMkLst>
            <pc:docMk/>
            <pc:sldMk cId="2223463463" sldId="276"/>
            <ac:spMk id="10" creationId="{70D80460-F452-E56E-A259-EB5EFE695B87}"/>
          </ac:spMkLst>
        </pc:spChg>
        <pc:spChg chg="add mod">
          <ac:chgData name="Joanna Robbins" userId="067b950dc48ce1cf" providerId="LiveId" clId="{B264A191-AEB2-4A70-AA4F-166422AEA395}" dt="2025-04-13T11:20:26.670" v="6524" actId="1036"/>
          <ac:spMkLst>
            <pc:docMk/>
            <pc:sldMk cId="2223463463" sldId="276"/>
            <ac:spMk id="11" creationId="{1798D7F3-609F-64D3-3376-4910D9644FEC}"/>
          </ac:spMkLst>
        </pc:spChg>
        <pc:spChg chg="add mod">
          <ac:chgData name="Joanna Robbins" userId="067b950dc48ce1cf" providerId="LiveId" clId="{B264A191-AEB2-4A70-AA4F-166422AEA395}" dt="2025-04-13T15:54:02.127" v="14865" actId="207"/>
          <ac:spMkLst>
            <pc:docMk/>
            <pc:sldMk cId="2223463463" sldId="276"/>
            <ac:spMk id="12" creationId="{3C200FEE-DF22-0D5C-5B7D-57EF6713785A}"/>
          </ac:spMkLst>
        </pc:spChg>
        <pc:picChg chg="add mod">
          <ac:chgData name="Joanna Robbins" userId="067b950dc48ce1cf" providerId="LiveId" clId="{B264A191-AEB2-4A70-AA4F-166422AEA395}" dt="2025-04-13T11:20:20.684" v="6510" actId="1076"/>
          <ac:picMkLst>
            <pc:docMk/>
            <pc:sldMk cId="2223463463" sldId="276"/>
            <ac:picMk id="4" creationId="{F56D1326-247C-B47A-70BD-5BF0CA362114}"/>
          </ac:picMkLst>
        </pc:picChg>
      </pc:sldChg>
      <pc:sldChg chg="addSp delSp modSp new mod">
        <pc:chgData name="Joanna Robbins" userId="067b950dc48ce1cf" providerId="LiveId" clId="{B264A191-AEB2-4A70-AA4F-166422AEA395}" dt="2025-04-13T15:54:09.142" v="14867" actId="207"/>
        <pc:sldMkLst>
          <pc:docMk/>
          <pc:sldMk cId="2331918354" sldId="277"/>
        </pc:sldMkLst>
        <pc:spChg chg="add del mod">
          <ac:chgData name="Joanna Robbins" userId="067b950dc48ce1cf" providerId="LiveId" clId="{B264A191-AEB2-4A70-AA4F-166422AEA395}" dt="2025-04-13T11:23:29.097" v="6586" actId="478"/>
          <ac:spMkLst>
            <pc:docMk/>
            <pc:sldMk cId="2331918354" sldId="277"/>
            <ac:spMk id="2" creationId="{8990E8E3-DB70-BF9F-C8F9-A0196B2907DB}"/>
          </ac:spMkLst>
        </pc:spChg>
        <pc:spChg chg="add mod">
          <ac:chgData name="Joanna Robbins" userId="067b950dc48ce1cf" providerId="LiveId" clId="{B264A191-AEB2-4A70-AA4F-166422AEA395}" dt="2025-04-13T15:54:09.142" v="14867" actId="207"/>
          <ac:spMkLst>
            <pc:docMk/>
            <pc:sldMk cId="2331918354" sldId="277"/>
            <ac:spMk id="3" creationId="{CEE8EBDA-4974-2B0A-7C33-860D87614E60}"/>
          </ac:spMkLst>
        </pc:spChg>
        <pc:spChg chg="add mod">
          <ac:chgData name="Joanna Robbins" userId="067b950dc48ce1cf" providerId="LiveId" clId="{B264A191-AEB2-4A70-AA4F-166422AEA395}" dt="2025-04-13T11:37:21.533" v="7045" actId="164"/>
          <ac:spMkLst>
            <pc:docMk/>
            <pc:sldMk cId="2331918354" sldId="277"/>
            <ac:spMk id="10" creationId="{7044C54E-FDE9-93A4-669C-4300F5EB2D2C}"/>
          </ac:spMkLst>
        </pc:spChg>
        <pc:spChg chg="add mod">
          <ac:chgData name="Joanna Robbins" userId="067b950dc48ce1cf" providerId="LiveId" clId="{B264A191-AEB2-4A70-AA4F-166422AEA395}" dt="2025-04-13T11:37:21.533" v="7045" actId="164"/>
          <ac:spMkLst>
            <pc:docMk/>
            <pc:sldMk cId="2331918354" sldId="277"/>
            <ac:spMk id="11" creationId="{25ED9CD3-3F52-A0CC-DD93-C146F3A78941}"/>
          </ac:spMkLst>
        </pc:spChg>
        <pc:spChg chg="add mod">
          <ac:chgData name="Joanna Robbins" userId="067b950dc48ce1cf" providerId="LiveId" clId="{B264A191-AEB2-4A70-AA4F-166422AEA395}" dt="2025-04-13T11:37:21.533" v="7045" actId="164"/>
          <ac:spMkLst>
            <pc:docMk/>
            <pc:sldMk cId="2331918354" sldId="277"/>
            <ac:spMk id="12" creationId="{EE2BD99E-3022-5901-F099-FEA6E32E8EF0}"/>
          </ac:spMkLst>
        </pc:spChg>
        <pc:spChg chg="add mod">
          <ac:chgData name="Joanna Robbins" userId="067b950dc48ce1cf" providerId="LiveId" clId="{B264A191-AEB2-4A70-AA4F-166422AEA395}" dt="2025-04-13T11:37:21.533" v="7045" actId="164"/>
          <ac:spMkLst>
            <pc:docMk/>
            <pc:sldMk cId="2331918354" sldId="277"/>
            <ac:spMk id="13" creationId="{D76482CF-D88D-5FBB-9D54-1D835D82372F}"/>
          </ac:spMkLst>
        </pc:spChg>
        <pc:spChg chg="add mod">
          <ac:chgData name="Joanna Robbins" userId="067b950dc48ce1cf" providerId="LiveId" clId="{B264A191-AEB2-4A70-AA4F-166422AEA395}" dt="2025-04-13T11:37:21.533" v="7045" actId="164"/>
          <ac:spMkLst>
            <pc:docMk/>
            <pc:sldMk cId="2331918354" sldId="277"/>
            <ac:spMk id="14" creationId="{79678BD1-79E7-6388-A25E-528855F0DA1C}"/>
          </ac:spMkLst>
        </pc:spChg>
        <pc:spChg chg="add mod">
          <ac:chgData name="Joanna Robbins" userId="067b950dc48ce1cf" providerId="LiveId" clId="{B264A191-AEB2-4A70-AA4F-166422AEA395}" dt="2025-04-13T11:37:21.533" v="7045" actId="164"/>
          <ac:spMkLst>
            <pc:docMk/>
            <pc:sldMk cId="2331918354" sldId="277"/>
            <ac:spMk id="15" creationId="{2F97824E-DF7E-3D90-6D92-D3E3F9CC55B1}"/>
          </ac:spMkLst>
        </pc:spChg>
        <pc:grpChg chg="add mod">
          <ac:chgData name="Joanna Robbins" userId="067b950dc48ce1cf" providerId="LiveId" clId="{B264A191-AEB2-4A70-AA4F-166422AEA395}" dt="2025-04-13T11:37:21.533" v="7045" actId="164"/>
          <ac:grpSpMkLst>
            <pc:docMk/>
            <pc:sldMk cId="2331918354" sldId="277"/>
            <ac:grpSpMk id="16" creationId="{9CDBF773-A6CB-67AF-1091-8B60F54DFAAF}"/>
          </ac:grpSpMkLst>
        </pc:grpChg>
        <pc:picChg chg="add del mod">
          <ac:chgData name="Joanna Robbins" userId="067b950dc48ce1cf" providerId="LiveId" clId="{B264A191-AEB2-4A70-AA4F-166422AEA395}" dt="2025-04-13T11:23:52.567" v="6607" actId="478"/>
          <ac:picMkLst>
            <pc:docMk/>
            <pc:sldMk cId="2331918354" sldId="277"/>
            <ac:picMk id="5" creationId="{AD374629-C4AF-B8D0-6916-DE269D3D69DD}"/>
          </ac:picMkLst>
        </pc:picChg>
        <pc:picChg chg="add del mod">
          <ac:chgData name="Joanna Robbins" userId="067b950dc48ce1cf" providerId="LiveId" clId="{B264A191-AEB2-4A70-AA4F-166422AEA395}" dt="2025-04-13T11:34:15.434" v="6983" actId="478"/>
          <ac:picMkLst>
            <pc:docMk/>
            <pc:sldMk cId="2331918354" sldId="277"/>
            <ac:picMk id="7" creationId="{8BB94E18-0C4D-464A-17DA-747716855C45}"/>
          </ac:picMkLst>
        </pc:picChg>
        <pc:picChg chg="add mod">
          <ac:chgData name="Joanna Robbins" userId="067b950dc48ce1cf" providerId="LiveId" clId="{B264A191-AEB2-4A70-AA4F-166422AEA395}" dt="2025-04-13T11:37:21.533" v="7045" actId="164"/>
          <ac:picMkLst>
            <pc:docMk/>
            <pc:sldMk cId="2331918354" sldId="277"/>
            <ac:picMk id="9" creationId="{48F0868A-4BE9-8E8F-C837-74D387A3FF32}"/>
          </ac:picMkLst>
        </pc:picChg>
      </pc:sldChg>
      <pc:sldChg chg="addSp delSp modSp new mod">
        <pc:chgData name="Joanna Robbins" userId="067b950dc48ce1cf" providerId="LiveId" clId="{B264A191-AEB2-4A70-AA4F-166422AEA395}" dt="2025-04-13T15:54:05.871" v="14866" actId="207"/>
        <pc:sldMkLst>
          <pc:docMk/>
          <pc:sldMk cId="1343744037" sldId="278"/>
        </pc:sldMkLst>
        <pc:spChg chg="add mod">
          <ac:chgData name="Joanna Robbins" userId="067b950dc48ce1cf" providerId="LiveId" clId="{B264A191-AEB2-4A70-AA4F-166422AEA395}" dt="2025-04-13T15:54:05.871" v="14866" actId="207"/>
          <ac:spMkLst>
            <pc:docMk/>
            <pc:sldMk cId="1343744037" sldId="278"/>
            <ac:spMk id="2" creationId="{3297AE82-0166-B1EA-89C9-2E01B07183CB}"/>
          </ac:spMkLst>
        </pc:spChg>
        <pc:picChg chg="add mod modCrop">
          <ac:chgData name="Joanna Robbins" userId="067b950dc48ce1cf" providerId="LiveId" clId="{B264A191-AEB2-4A70-AA4F-166422AEA395}" dt="2025-04-13T11:33:31.742" v="6981" actId="1076"/>
          <ac:picMkLst>
            <pc:docMk/>
            <pc:sldMk cId="1343744037" sldId="278"/>
            <ac:picMk id="3" creationId="{D90C8B55-DDB8-2116-CF27-BA6CF97EA49C}"/>
          </ac:picMkLst>
        </pc:picChg>
        <pc:picChg chg="add del mod modCrop">
          <ac:chgData name="Joanna Robbins" userId="067b950dc48ce1cf" providerId="LiveId" clId="{B264A191-AEB2-4A70-AA4F-166422AEA395}" dt="2025-04-13T11:30:29.144" v="6945" actId="478"/>
          <ac:picMkLst>
            <pc:docMk/>
            <pc:sldMk cId="1343744037" sldId="278"/>
            <ac:picMk id="4" creationId="{D90C8B55-DDB8-2116-CF27-BA6CF97EA49C}"/>
          </ac:picMkLst>
        </pc:picChg>
        <pc:picChg chg="add mod">
          <ac:chgData name="Joanna Robbins" userId="067b950dc48ce1cf" providerId="LiveId" clId="{B264A191-AEB2-4A70-AA4F-166422AEA395}" dt="2025-04-13T11:33:24.818" v="6979" actId="1076"/>
          <ac:picMkLst>
            <pc:docMk/>
            <pc:sldMk cId="1343744037" sldId="278"/>
            <ac:picMk id="6" creationId="{BD1FA812-FC2B-2957-B5BF-B138585D83BE}"/>
          </ac:picMkLst>
        </pc:picChg>
        <pc:picChg chg="add mod">
          <ac:chgData name="Joanna Robbins" userId="067b950dc48ce1cf" providerId="LiveId" clId="{B264A191-AEB2-4A70-AA4F-166422AEA395}" dt="2025-04-13T11:33:35.488" v="6982" actId="1076"/>
          <ac:picMkLst>
            <pc:docMk/>
            <pc:sldMk cId="1343744037" sldId="278"/>
            <ac:picMk id="1026" creationId="{3CC0B5C0-B070-B245-7D8F-AAB366C369AC}"/>
          </ac:picMkLst>
        </pc:picChg>
        <pc:picChg chg="add mod">
          <ac:chgData name="Joanna Robbins" userId="067b950dc48ce1cf" providerId="LiveId" clId="{B264A191-AEB2-4A70-AA4F-166422AEA395}" dt="2025-04-13T14:37:30.224" v="14261" actId="1035"/>
          <ac:picMkLst>
            <pc:docMk/>
            <pc:sldMk cId="1343744037" sldId="278"/>
            <ac:picMk id="1028" creationId="{1B837585-8A88-3D5F-DD3C-5EEBF7848068}"/>
          </ac:picMkLst>
        </pc:picChg>
      </pc:sldChg>
      <pc:sldChg chg="addSp delSp modSp new mod modAnim">
        <pc:chgData name="Joanna Robbins" userId="067b950dc48ce1cf" providerId="LiveId" clId="{B264A191-AEB2-4A70-AA4F-166422AEA395}" dt="2025-04-13T15:54:18.668" v="14868" actId="207"/>
        <pc:sldMkLst>
          <pc:docMk/>
          <pc:sldMk cId="4239265914" sldId="279"/>
        </pc:sldMkLst>
        <pc:spChg chg="mod">
          <ac:chgData name="Joanna Robbins" userId="067b950dc48ce1cf" providerId="LiveId" clId="{B264A191-AEB2-4A70-AA4F-166422AEA395}" dt="2025-04-13T11:37:33.629" v="7047"/>
          <ac:spMkLst>
            <pc:docMk/>
            <pc:sldMk cId="4239265914" sldId="279"/>
            <ac:spMk id="4" creationId="{1A016769-C571-E1F8-0F5E-7118C1E61F34}"/>
          </ac:spMkLst>
        </pc:spChg>
        <pc:spChg chg="mod">
          <ac:chgData name="Joanna Robbins" userId="067b950dc48ce1cf" providerId="LiveId" clId="{B264A191-AEB2-4A70-AA4F-166422AEA395}" dt="2025-04-13T11:37:33.629" v="7047"/>
          <ac:spMkLst>
            <pc:docMk/>
            <pc:sldMk cId="4239265914" sldId="279"/>
            <ac:spMk id="5" creationId="{0D7E612E-39C0-E97D-3A95-F4FFDE8F1DCD}"/>
          </ac:spMkLst>
        </pc:spChg>
        <pc:spChg chg="mod">
          <ac:chgData name="Joanna Robbins" userId="067b950dc48ce1cf" providerId="LiveId" clId="{B264A191-AEB2-4A70-AA4F-166422AEA395}" dt="2025-04-13T11:37:33.629" v="7047"/>
          <ac:spMkLst>
            <pc:docMk/>
            <pc:sldMk cId="4239265914" sldId="279"/>
            <ac:spMk id="6" creationId="{0FD5DA28-7F89-237D-C2BF-D550F6DC9521}"/>
          </ac:spMkLst>
        </pc:spChg>
        <pc:spChg chg="mod">
          <ac:chgData name="Joanna Robbins" userId="067b950dc48ce1cf" providerId="LiveId" clId="{B264A191-AEB2-4A70-AA4F-166422AEA395}" dt="2025-04-13T11:37:33.629" v="7047"/>
          <ac:spMkLst>
            <pc:docMk/>
            <pc:sldMk cId="4239265914" sldId="279"/>
            <ac:spMk id="7" creationId="{F2B2D513-8EC5-CB3F-F263-5FE461E4389E}"/>
          </ac:spMkLst>
        </pc:spChg>
        <pc:spChg chg="mod">
          <ac:chgData name="Joanna Robbins" userId="067b950dc48ce1cf" providerId="LiveId" clId="{B264A191-AEB2-4A70-AA4F-166422AEA395}" dt="2025-04-13T11:37:33.629" v="7047"/>
          <ac:spMkLst>
            <pc:docMk/>
            <pc:sldMk cId="4239265914" sldId="279"/>
            <ac:spMk id="8" creationId="{75DDA09E-8382-B895-E1C8-5323E0FF9A42}"/>
          </ac:spMkLst>
        </pc:spChg>
        <pc:spChg chg="mod">
          <ac:chgData name="Joanna Robbins" userId="067b950dc48ce1cf" providerId="LiveId" clId="{B264A191-AEB2-4A70-AA4F-166422AEA395}" dt="2025-04-13T11:37:33.629" v="7047"/>
          <ac:spMkLst>
            <pc:docMk/>
            <pc:sldMk cId="4239265914" sldId="279"/>
            <ac:spMk id="9" creationId="{5A3FD0BF-4F7D-FD20-DAE4-6FA6B8705882}"/>
          </ac:spMkLst>
        </pc:spChg>
        <pc:spChg chg="add del mod">
          <ac:chgData name="Joanna Robbins" userId="067b950dc48ce1cf" providerId="LiveId" clId="{B264A191-AEB2-4A70-AA4F-166422AEA395}" dt="2025-04-13T11:45:00.821" v="7295" actId="478"/>
          <ac:spMkLst>
            <pc:docMk/>
            <pc:sldMk cId="4239265914" sldId="279"/>
            <ac:spMk id="10" creationId="{9C4EC019-E20D-C0D3-3AFF-D3E5B12523DE}"/>
          </ac:spMkLst>
        </pc:spChg>
        <pc:spChg chg="add del mod">
          <ac:chgData name="Joanna Robbins" userId="067b950dc48ce1cf" providerId="LiveId" clId="{B264A191-AEB2-4A70-AA4F-166422AEA395}" dt="2025-04-13T11:41:01.005" v="7148" actId="478"/>
          <ac:spMkLst>
            <pc:docMk/>
            <pc:sldMk cId="4239265914" sldId="279"/>
            <ac:spMk id="11" creationId="{1DF626B3-7E8F-35D3-5267-5A90D25F3359}"/>
          </ac:spMkLst>
        </pc:spChg>
        <pc:spChg chg="add del mod">
          <ac:chgData name="Joanna Robbins" userId="067b950dc48ce1cf" providerId="LiveId" clId="{B264A191-AEB2-4A70-AA4F-166422AEA395}" dt="2025-04-13T11:41:39.077" v="7172" actId="478"/>
          <ac:spMkLst>
            <pc:docMk/>
            <pc:sldMk cId="4239265914" sldId="279"/>
            <ac:spMk id="14" creationId="{B66C95E2-DB88-C3A6-A0F3-90D491FA5202}"/>
          </ac:spMkLst>
        </pc:spChg>
        <pc:spChg chg="add del mod">
          <ac:chgData name="Joanna Robbins" userId="067b950dc48ce1cf" providerId="LiveId" clId="{B264A191-AEB2-4A70-AA4F-166422AEA395}" dt="2025-04-13T11:40:59.507" v="7147" actId="478"/>
          <ac:spMkLst>
            <pc:docMk/>
            <pc:sldMk cId="4239265914" sldId="279"/>
            <ac:spMk id="16" creationId="{EDDA781A-A086-0194-6E8A-99F96F88E51F}"/>
          </ac:spMkLst>
        </pc:spChg>
        <pc:spChg chg="add del mod">
          <ac:chgData name="Joanna Robbins" userId="067b950dc48ce1cf" providerId="LiveId" clId="{B264A191-AEB2-4A70-AA4F-166422AEA395}" dt="2025-04-13T11:42:55.242" v="7282" actId="478"/>
          <ac:spMkLst>
            <pc:docMk/>
            <pc:sldMk cId="4239265914" sldId="279"/>
            <ac:spMk id="17" creationId="{981F9246-5B60-D23E-7C6A-69316BD1727A}"/>
          </ac:spMkLst>
        </pc:spChg>
        <pc:spChg chg="add del">
          <ac:chgData name="Joanna Robbins" userId="067b950dc48ce1cf" providerId="LiveId" clId="{B264A191-AEB2-4A70-AA4F-166422AEA395}" dt="2025-04-13T11:43:27.355" v="7284" actId="478"/>
          <ac:spMkLst>
            <pc:docMk/>
            <pc:sldMk cId="4239265914" sldId="279"/>
            <ac:spMk id="18" creationId="{CE10D138-59E8-1276-5213-738B3EA313AD}"/>
          </ac:spMkLst>
        </pc:spChg>
        <pc:spChg chg="add mod">
          <ac:chgData name="Joanna Robbins" userId="067b950dc48ce1cf" providerId="LiveId" clId="{B264A191-AEB2-4A70-AA4F-166422AEA395}" dt="2025-04-13T11:44:19.260" v="7294" actId="1037"/>
          <ac:spMkLst>
            <pc:docMk/>
            <pc:sldMk cId="4239265914" sldId="279"/>
            <ac:spMk id="21" creationId="{E19971CD-8623-5FB9-46B0-3ABD40B1A837}"/>
          </ac:spMkLst>
        </pc:spChg>
        <pc:spChg chg="add mod">
          <ac:chgData name="Joanna Robbins" userId="067b950dc48ce1cf" providerId="LiveId" clId="{B264A191-AEB2-4A70-AA4F-166422AEA395}" dt="2025-04-13T15:54:18.668" v="14868" actId="207"/>
          <ac:spMkLst>
            <pc:docMk/>
            <pc:sldMk cId="4239265914" sldId="279"/>
            <ac:spMk id="22" creationId="{77A3CF7C-E540-6C8D-2E4B-23666CBB506A}"/>
          </ac:spMkLst>
        </pc:spChg>
        <pc:spChg chg="add mod">
          <ac:chgData name="Joanna Robbins" userId="067b950dc48ce1cf" providerId="LiveId" clId="{B264A191-AEB2-4A70-AA4F-166422AEA395}" dt="2025-04-13T15:54:18.668" v="14868" actId="207"/>
          <ac:spMkLst>
            <pc:docMk/>
            <pc:sldMk cId="4239265914" sldId="279"/>
            <ac:spMk id="23" creationId="{2598D4D7-310F-A89F-7683-A108B3344DBC}"/>
          </ac:spMkLst>
        </pc:spChg>
        <pc:grpChg chg="add mod">
          <ac:chgData name="Joanna Robbins" userId="067b950dc48ce1cf" providerId="LiveId" clId="{B264A191-AEB2-4A70-AA4F-166422AEA395}" dt="2025-04-13T11:42:39.111" v="7213" actId="1076"/>
          <ac:grpSpMkLst>
            <pc:docMk/>
            <pc:sldMk cId="4239265914" sldId="279"/>
            <ac:grpSpMk id="2" creationId="{DB0D8C30-C4E8-E2D8-7B9B-4756F5539CE8}"/>
          </ac:grpSpMkLst>
        </pc:grpChg>
        <pc:picChg chg="mod">
          <ac:chgData name="Joanna Robbins" userId="067b950dc48ce1cf" providerId="LiveId" clId="{B264A191-AEB2-4A70-AA4F-166422AEA395}" dt="2025-04-13T11:37:33.629" v="7047"/>
          <ac:picMkLst>
            <pc:docMk/>
            <pc:sldMk cId="4239265914" sldId="279"/>
            <ac:picMk id="3" creationId="{B75AF431-071F-AF24-E9AA-90B973A0E2F5}"/>
          </ac:picMkLst>
        </pc:picChg>
        <pc:cxnChg chg="add del">
          <ac:chgData name="Joanna Robbins" userId="067b950dc48ce1cf" providerId="LiveId" clId="{B264A191-AEB2-4A70-AA4F-166422AEA395}" dt="2025-04-13T11:40:40.425" v="7133" actId="478"/>
          <ac:cxnSpMkLst>
            <pc:docMk/>
            <pc:sldMk cId="4239265914" sldId="279"/>
            <ac:cxnSpMk id="13" creationId="{6F18495C-72F4-E299-F4D6-918859494804}"/>
          </ac:cxnSpMkLst>
        </pc:cxnChg>
        <pc:cxnChg chg="add del mod">
          <ac:chgData name="Joanna Robbins" userId="067b950dc48ce1cf" providerId="LiveId" clId="{B264A191-AEB2-4A70-AA4F-166422AEA395}" dt="2025-04-13T11:40:56.669" v="7145" actId="478"/>
          <ac:cxnSpMkLst>
            <pc:docMk/>
            <pc:sldMk cId="4239265914" sldId="279"/>
            <ac:cxnSpMk id="15" creationId="{D0F48FA3-E600-9F87-DB64-34BF8C57D30D}"/>
          </ac:cxnSpMkLst>
        </pc:cxnChg>
        <pc:cxnChg chg="add del">
          <ac:chgData name="Joanna Robbins" userId="067b950dc48ce1cf" providerId="LiveId" clId="{B264A191-AEB2-4A70-AA4F-166422AEA395}" dt="2025-04-13T11:43:41.123" v="7286" actId="478"/>
          <ac:cxnSpMkLst>
            <pc:docMk/>
            <pc:sldMk cId="4239265914" sldId="279"/>
            <ac:cxnSpMk id="20" creationId="{73814B65-EF8D-45D0-533A-4266D53F78CC}"/>
          </ac:cxnSpMkLst>
        </pc:cxnChg>
        <pc:cxnChg chg="add mod">
          <ac:chgData name="Joanna Robbins" userId="067b950dc48ce1cf" providerId="LiveId" clId="{B264A191-AEB2-4A70-AA4F-166422AEA395}" dt="2025-04-13T11:46:22.980" v="7382" actId="1582"/>
          <ac:cxnSpMkLst>
            <pc:docMk/>
            <pc:sldMk cId="4239265914" sldId="279"/>
            <ac:cxnSpMk id="25" creationId="{2D833B6D-8236-027F-BCCC-76BD2F16715A}"/>
          </ac:cxnSpMkLst>
        </pc:cxnChg>
      </pc:sldChg>
      <pc:sldChg chg="addSp delSp modSp new mod delAnim modAnim">
        <pc:chgData name="Joanna Robbins" userId="067b950dc48ce1cf" providerId="LiveId" clId="{B264A191-AEB2-4A70-AA4F-166422AEA395}" dt="2025-04-13T15:54:30.528" v="14869" actId="207"/>
        <pc:sldMkLst>
          <pc:docMk/>
          <pc:sldMk cId="2529583221" sldId="280"/>
        </pc:sldMkLst>
        <pc:spChg chg="add mod">
          <ac:chgData name="Joanna Robbins" userId="067b950dc48ce1cf" providerId="LiveId" clId="{B264A191-AEB2-4A70-AA4F-166422AEA395}" dt="2025-04-13T15:54:30.528" v="14869" actId="207"/>
          <ac:spMkLst>
            <pc:docMk/>
            <pc:sldMk cId="2529583221" sldId="280"/>
            <ac:spMk id="2" creationId="{CEF0E14E-8E6A-E689-7726-1D16FD55BEE5}"/>
          </ac:spMkLst>
        </pc:spChg>
        <pc:spChg chg="add mod">
          <ac:chgData name="Joanna Robbins" userId="067b950dc48ce1cf" providerId="LiveId" clId="{B264A191-AEB2-4A70-AA4F-166422AEA395}" dt="2025-04-13T11:57:37.631" v="7794" actId="1038"/>
          <ac:spMkLst>
            <pc:docMk/>
            <pc:sldMk cId="2529583221" sldId="280"/>
            <ac:spMk id="6" creationId="{84C40A58-6E0D-D1CA-7823-FA5FEE95C78C}"/>
          </ac:spMkLst>
        </pc:spChg>
        <pc:spChg chg="add mod">
          <ac:chgData name="Joanna Robbins" userId="067b950dc48ce1cf" providerId="LiveId" clId="{B264A191-AEB2-4A70-AA4F-166422AEA395}" dt="2025-04-13T11:57:37.631" v="7794" actId="1038"/>
          <ac:spMkLst>
            <pc:docMk/>
            <pc:sldMk cId="2529583221" sldId="280"/>
            <ac:spMk id="7" creationId="{7EFFB299-D528-8438-B359-7C509D506609}"/>
          </ac:spMkLst>
        </pc:spChg>
        <pc:spChg chg="add del mod">
          <ac:chgData name="Joanna Robbins" userId="067b950dc48ce1cf" providerId="LiveId" clId="{B264A191-AEB2-4A70-AA4F-166422AEA395}" dt="2025-04-13T11:54:28.810" v="7671" actId="478"/>
          <ac:spMkLst>
            <pc:docMk/>
            <pc:sldMk cId="2529583221" sldId="280"/>
            <ac:spMk id="8" creationId="{B0BA8741-188C-D7D2-168C-3FF1B6A4B8F1}"/>
          </ac:spMkLst>
        </pc:spChg>
        <pc:spChg chg="add mod">
          <ac:chgData name="Joanna Robbins" userId="067b950dc48ce1cf" providerId="LiveId" clId="{B264A191-AEB2-4A70-AA4F-166422AEA395}" dt="2025-04-13T11:55:36.439" v="7696" actId="14100"/>
          <ac:spMkLst>
            <pc:docMk/>
            <pc:sldMk cId="2529583221" sldId="280"/>
            <ac:spMk id="9" creationId="{723A8403-38E4-4D42-30D9-8DDEE52E6FBB}"/>
          </ac:spMkLst>
        </pc:spChg>
        <pc:spChg chg="add mod">
          <ac:chgData name="Joanna Robbins" userId="067b950dc48ce1cf" providerId="LiveId" clId="{B264A191-AEB2-4A70-AA4F-166422AEA395}" dt="2025-04-13T11:56:15.346" v="7712" actId="1035"/>
          <ac:spMkLst>
            <pc:docMk/>
            <pc:sldMk cId="2529583221" sldId="280"/>
            <ac:spMk id="13" creationId="{19EA2799-C902-63CB-581B-CFE501A2D471}"/>
          </ac:spMkLst>
        </pc:spChg>
        <pc:spChg chg="add mod">
          <ac:chgData name="Joanna Robbins" userId="067b950dc48ce1cf" providerId="LiveId" clId="{B264A191-AEB2-4A70-AA4F-166422AEA395}" dt="2025-04-13T11:56:20.575" v="7714" actId="1076"/>
          <ac:spMkLst>
            <pc:docMk/>
            <pc:sldMk cId="2529583221" sldId="280"/>
            <ac:spMk id="14" creationId="{823C7661-D5B1-A6C1-7EA4-7D79C143BCE8}"/>
          </ac:spMkLst>
        </pc:spChg>
        <pc:picChg chg="add mod">
          <ac:chgData name="Joanna Robbins" userId="067b950dc48ce1cf" providerId="LiveId" clId="{B264A191-AEB2-4A70-AA4F-166422AEA395}" dt="2025-04-13T11:57:37.631" v="7794" actId="1038"/>
          <ac:picMkLst>
            <pc:docMk/>
            <pc:sldMk cId="2529583221" sldId="280"/>
            <ac:picMk id="3" creationId="{DFBC3B66-7CEC-D28B-667F-FE7ED7407A8C}"/>
          </ac:picMkLst>
        </pc:picChg>
        <pc:picChg chg="add mod">
          <ac:chgData name="Joanna Robbins" userId="067b950dc48ce1cf" providerId="LiveId" clId="{B264A191-AEB2-4A70-AA4F-166422AEA395}" dt="2025-04-13T11:57:37.631" v="7794" actId="1038"/>
          <ac:picMkLst>
            <pc:docMk/>
            <pc:sldMk cId="2529583221" sldId="280"/>
            <ac:picMk id="4" creationId="{D77DF19C-0B58-8200-154D-055DD346B2BE}"/>
          </ac:picMkLst>
        </pc:picChg>
        <pc:picChg chg="add mod">
          <ac:chgData name="Joanna Robbins" userId="067b950dc48ce1cf" providerId="LiveId" clId="{B264A191-AEB2-4A70-AA4F-166422AEA395}" dt="2025-04-13T11:57:37.631" v="7794" actId="1038"/>
          <ac:picMkLst>
            <pc:docMk/>
            <pc:sldMk cId="2529583221" sldId="280"/>
            <ac:picMk id="5" creationId="{79DF0294-8AC2-DCCF-20D4-E168E0501340}"/>
          </ac:picMkLst>
        </pc:picChg>
        <pc:picChg chg="add mod">
          <ac:chgData name="Joanna Robbins" userId="067b950dc48ce1cf" providerId="LiveId" clId="{B264A191-AEB2-4A70-AA4F-166422AEA395}" dt="2025-04-13T11:56:23.835" v="7715" actId="1076"/>
          <ac:picMkLst>
            <pc:docMk/>
            <pc:sldMk cId="2529583221" sldId="280"/>
            <ac:picMk id="10" creationId="{9F75AC45-6EFE-4C32-0C58-07AE1D607324}"/>
          </ac:picMkLst>
        </pc:picChg>
        <pc:picChg chg="add mod">
          <ac:chgData name="Joanna Robbins" userId="067b950dc48ce1cf" providerId="LiveId" clId="{B264A191-AEB2-4A70-AA4F-166422AEA395}" dt="2025-04-13T11:56:07.166" v="7700" actId="208"/>
          <ac:picMkLst>
            <pc:docMk/>
            <pc:sldMk cId="2529583221" sldId="280"/>
            <ac:picMk id="11" creationId="{2433D495-6770-01E3-9007-3F188F69FD19}"/>
          </ac:picMkLst>
        </pc:picChg>
        <pc:picChg chg="add mod">
          <ac:chgData name="Joanna Robbins" userId="067b950dc48ce1cf" providerId="LiveId" clId="{B264A191-AEB2-4A70-AA4F-166422AEA395}" dt="2025-04-13T11:56:18.361" v="7713" actId="1076"/>
          <ac:picMkLst>
            <pc:docMk/>
            <pc:sldMk cId="2529583221" sldId="280"/>
            <ac:picMk id="12" creationId="{A528A4EA-410C-2253-48A8-3B67CDF5D62B}"/>
          </ac:picMkLst>
        </pc:picChg>
      </pc:sldChg>
      <pc:sldChg chg="addSp delSp modSp new mod delAnim modAnim">
        <pc:chgData name="Joanna Robbins" userId="067b950dc48ce1cf" providerId="LiveId" clId="{B264A191-AEB2-4A70-AA4F-166422AEA395}" dt="2025-04-13T17:22:15.075" v="14984" actId="1076"/>
        <pc:sldMkLst>
          <pc:docMk/>
          <pc:sldMk cId="2788849936" sldId="281"/>
        </pc:sldMkLst>
        <pc:spChg chg="add mod">
          <ac:chgData name="Joanna Robbins" userId="067b950dc48ce1cf" providerId="LiveId" clId="{B264A191-AEB2-4A70-AA4F-166422AEA395}" dt="2025-04-13T15:54:35.752" v="14870" actId="207"/>
          <ac:spMkLst>
            <pc:docMk/>
            <pc:sldMk cId="2788849936" sldId="281"/>
            <ac:spMk id="2" creationId="{32BBB0C0-BFEE-E9E4-42C5-DFFFF87EEA44}"/>
          </ac:spMkLst>
        </pc:spChg>
        <pc:spChg chg="add mod">
          <ac:chgData name="Joanna Robbins" userId="067b950dc48ce1cf" providerId="LiveId" clId="{B264A191-AEB2-4A70-AA4F-166422AEA395}" dt="2025-04-13T17:22:12.203" v="14983" actId="1076"/>
          <ac:spMkLst>
            <pc:docMk/>
            <pc:sldMk cId="2788849936" sldId="281"/>
            <ac:spMk id="3" creationId="{D8CCB130-23FC-79F6-8F47-9DC1CC77152A}"/>
          </ac:spMkLst>
        </pc:spChg>
        <pc:spChg chg="add del mod">
          <ac:chgData name="Joanna Robbins" userId="067b950dc48ce1cf" providerId="LiveId" clId="{B264A191-AEB2-4A70-AA4F-166422AEA395}" dt="2025-04-13T17:22:04.840" v="14978" actId="478"/>
          <ac:spMkLst>
            <pc:docMk/>
            <pc:sldMk cId="2788849936" sldId="281"/>
            <ac:spMk id="4" creationId="{548F2A41-E18D-0085-DC1E-AE99BAD9CDAF}"/>
          </ac:spMkLst>
        </pc:spChg>
        <pc:spChg chg="add mod">
          <ac:chgData name="Joanna Robbins" userId="067b950dc48ce1cf" providerId="LiveId" clId="{B264A191-AEB2-4A70-AA4F-166422AEA395}" dt="2025-04-13T17:22:15.075" v="14984" actId="1076"/>
          <ac:spMkLst>
            <pc:docMk/>
            <pc:sldMk cId="2788849936" sldId="281"/>
            <ac:spMk id="5" creationId="{6D157E97-5A9A-A426-796B-63E2D3FD0579}"/>
          </ac:spMkLst>
        </pc:spChg>
        <pc:spChg chg="add del mod">
          <ac:chgData name="Joanna Robbins" userId="067b950dc48ce1cf" providerId="LiveId" clId="{B264A191-AEB2-4A70-AA4F-166422AEA395}" dt="2025-04-13T12:00:50.375" v="8169" actId="478"/>
          <ac:spMkLst>
            <pc:docMk/>
            <pc:sldMk cId="2788849936" sldId="281"/>
            <ac:spMk id="6" creationId="{E53012F0-9EF4-BAB4-0902-8C63005A3819}"/>
          </ac:spMkLst>
        </pc:spChg>
        <pc:spChg chg="add mod">
          <ac:chgData name="Joanna Robbins" userId="067b950dc48ce1cf" providerId="LiveId" clId="{B264A191-AEB2-4A70-AA4F-166422AEA395}" dt="2025-04-13T17:22:09.305" v="14982" actId="20577"/>
          <ac:spMkLst>
            <pc:docMk/>
            <pc:sldMk cId="2788849936" sldId="281"/>
            <ac:spMk id="7" creationId="{C30D1A9B-C08C-B514-2C3D-C719BA98A9E8}"/>
          </ac:spMkLst>
        </pc:spChg>
      </pc:sldChg>
      <pc:sldChg chg="addSp modSp new mod">
        <pc:chgData name="Joanna Robbins" userId="067b950dc48ce1cf" providerId="LiveId" clId="{B264A191-AEB2-4A70-AA4F-166422AEA395}" dt="2025-04-13T15:55:08.313" v="14874" actId="207"/>
        <pc:sldMkLst>
          <pc:docMk/>
          <pc:sldMk cId="3506383173" sldId="282"/>
        </pc:sldMkLst>
        <pc:spChg chg="add mod">
          <ac:chgData name="Joanna Robbins" userId="067b950dc48ce1cf" providerId="LiveId" clId="{B264A191-AEB2-4A70-AA4F-166422AEA395}" dt="2025-04-13T15:54:55.821" v="14873" actId="207"/>
          <ac:spMkLst>
            <pc:docMk/>
            <pc:sldMk cId="3506383173" sldId="282"/>
            <ac:spMk id="2" creationId="{E80AB73E-D98C-5668-F313-E82F47EA5FE2}"/>
          </ac:spMkLst>
        </pc:spChg>
        <pc:spChg chg="add mod">
          <ac:chgData name="Joanna Robbins" userId="067b950dc48ce1cf" providerId="LiveId" clId="{B264A191-AEB2-4A70-AA4F-166422AEA395}" dt="2025-04-13T15:55:08.313" v="14874" actId="207"/>
          <ac:spMkLst>
            <pc:docMk/>
            <pc:sldMk cId="3506383173" sldId="282"/>
            <ac:spMk id="5" creationId="{FC7503E6-3A05-5CC1-25DF-5F37C12B205E}"/>
          </ac:spMkLst>
        </pc:spChg>
        <pc:picChg chg="add mod">
          <ac:chgData name="Joanna Robbins" userId="067b950dc48ce1cf" providerId="LiveId" clId="{B264A191-AEB2-4A70-AA4F-166422AEA395}" dt="2025-04-13T14:51:01.686" v="14581" actId="14100"/>
          <ac:picMkLst>
            <pc:docMk/>
            <pc:sldMk cId="3506383173" sldId="282"/>
            <ac:picMk id="4" creationId="{4AEA0C8F-2A71-7B11-2465-32BE11A7402D}"/>
          </ac:picMkLst>
        </pc:picChg>
      </pc:sldChg>
      <pc:sldChg chg="modSp add mod ord">
        <pc:chgData name="Joanna Robbins" userId="067b950dc48ce1cf" providerId="LiveId" clId="{B264A191-AEB2-4A70-AA4F-166422AEA395}" dt="2025-04-13T15:54:48.167" v="14872" actId="207"/>
        <pc:sldMkLst>
          <pc:docMk/>
          <pc:sldMk cId="1653205830" sldId="283"/>
        </pc:sldMkLst>
        <pc:spChg chg="mod">
          <ac:chgData name="Joanna Robbins" userId="067b950dc48ce1cf" providerId="LiveId" clId="{B264A191-AEB2-4A70-AA4F-166422AEA395}" dt="2025-04-13T15:54:48.167" v="14872" actId="207"/>
          <ac:spMkLst>
            <pc:docMk/>
            <pc:sldMk cId="1653205830" sldId="283"/>
            <ac:spMk id="2" creationId="{2486D8C9-B322-F008-5411-0D9685B2DFC3}"/>
          </ac:spMkLst>
        </pc:spChg>
        <pc:spChg chg="mod">
          <ac:chgData name="Joanna Robbins" userId="067b950dc48ce1cf" providerId="LiveId" clId="{B264A191-AEB2-4A70-AA4F-166422AEA395}" dt="2025-04-13T15:54:48.167" v="14872" actId="207"/>
          <ac:spMkLst>
            <pc:docMk/>
            <pc:sldMk cId="1653205830" sldId="283"/>
            <ac:spMk id="3" creationId="{20FB8C89-895A-6D70-C27F-3B4D3C28D325}"/>
          </ac:spMkLst>
        </pc:spChg>
        <pc:spChg chg="mod">
          <ac:chgData name="Joanna Robbins" userId="067b950dc48ce1cf" providerId="LiveId" clId="{B264A191-AEB2-4A70-AA4F-166422AEA395}" dt="2025-04-13T15:54:48.167" v="14872" actId="207"/>
          <ac:spMkLst>
            <pc:docMk/>
            <pc:sldMk cId="1653205830" sldId="283"/>
            <ac:spMk id="4" creationId="{B9160032-9885-2C11-478B-9EC386273366}"/>
          </ac:spMkLst>
        </pc:spChg>
        <pc:spChg chg="mod">
          <ac:chgData name="Joanna Robbins" userId="067b950dc48ce1cf" providerId="LiveId" clId="{B264A191-AEB2-4A70-AA4F-166422AEA395}" dt="2025-04-13T12:05:37.515" v="8431" actId="1038"/>
          <ac:spMkLst>
            <pc:docMk/>
            <pc:sldMk cId="1653205830" sldId="283"/>
            <ac:spMk id="10" creationId="{9F27E52B-B53B-4462-34B8-0BF8C107ACC5}"/>
          </ac:spMkLst>
        </pc:spChg>
      </pc:sldChg>
      <pc:sldChg chg="addSp modSp new del mod ord">
        <pc:chgData name="Joanna Robbins" userId="067b950dc48ce1cf" providerId="LiveId" clId="{B264A191-AEB2-4A70-AA4F-166422AEA395}" dt="2025-04-13T18:21:00.272" v="14987" actId="47"/>
        <pc:sldMkLst>
          <pc:docMk/>
          <pc:sldMk cId="1698974063" sldId="284"/>
        </pc:sldMkLst>
        <pc:spChg chg="add mod">
          <ac:chgData name="Joanna Robbins" userId="067b950dc48ce1cf" providerId="LiveId" clId="{B264A191-AEB2-4A70-AA4F-166422AEA395}" dt="2025-04-13T14:39:33.139" v="14285" actId="20577"/>
          <ac:spMkLst>
            <pc:docMk/>
            <pc:sldMk cId="1698974063" sldId="284"/>
            <ac:spMk id="3" creationId="{55070D9D-F9DA-9853-BA29-71DC7731A624}"/>
          </ac:spMkLst>
        </pc:spChg>
        <pc:picChg chg="add mod modCrop">
          <ac:chgData name="Joanna Robbins" userId="067b950dc48ce1cf" providerId="LiveId" clId="{B264A191-AEB2-4A70-AA4F-166422AEA395}" dt="2025-04-13T12:07:25.403" v="8536" actId="1076"/>
          <ac:picMkLst>
            <pc:docMk/>
            <pc:sldMk cId="1698974063" sldId="284"/>
            <ac:picMk id="2" creationId="{D4370099-372A-005B-89A7-E20EE51088A4}"/>
          </ac:picMkLst>
        </pc:picChg>
      </pc:sldChg>
      <pc:sldChg chg="modSp add mod ord">
        <pc:chgData name="Joanna Robbins" userId="067b950dc48ce1cf" providerId="LiveId" clId="{B264A191-AEB2-4A70-AA4F-166422AEA395}" dt="2025-04-13T13:35:59.761" v="9343"/>
        <pc:sldMkLst>
          <pc:docMk/>
          <pc:sldMk cId="353017867" sldId="285"/>
        </pc:sldMkLst>
        <pc:spChg chg="mod">
          <ac:chgData name="Joanna Robbins" userId="067b950dc48ce1cf" providerId="LiveId" clId="{B264A191-AEB2-4A70-AA4F-166422AEA395}" dt="2025-04-13T12:17:35.836" v="9286" actId="207"/>
          <ac:spMkLst>
            <pc:docMk/>
            <pc:sldMk cId="353017867" sldId="285"/>
            <ac:spMk id="3" creationId="{12CD37B7-B14C-2F7B-F9AB-0158080D9AFB}"/>
          </ac:spMkLst>
        </pc:spChg>
      </pc:sldChg>
      <pc:sldChg chg="addSp modSp new mod ord modAnim">
        <pc:chgData name="Joanna Robbins" userId="067b950dc48ce1cf" providerId="LiveId" clId="{B264A191-AEB2-4A70-AA4F-166422AEA395}" dt="2025-04-13T15:58:34.575" v="14903" actId="20577"/>
        <pc:sldMkLst>
          <pc:docMk/>
          <pc:sldMk cId="3280542678" sldId="286"/>
        </pc:sldMkLst>
        <pc:spChg chg="add mod">
          <ac:chgData name="Joanna Robbins" userId="067b950dc48ce1cf" providerId="LiveId" clId="{B264A191-AEB2-4A70-AA4F-166422AEA395}" dt="2025-04-13T15:58:34.575" v="14903" actId="20577"/>
          <ac:spMkLst>
            <pc:docMk/>
            <pc:sldMk cId="3280542678" sldId="286"/>
            <ac:spMk id="2" creationId="{46898A7B-5997-9DEC-93E2-7990846C0677}"/>
          </ac:spMkLst>
        </pc:spChg>
        <pc:spChg chg="add mod">
          <ac:chgData name="Joanna Robbins" userId="067b950dc48ce1cf" providerId="LiveId" clId="{B264A191-AEB2-4A70-AA4F-166422AEA395}" dt="2025-04-13T15:55:33.255" v="14877" actId="207"/>
          <ac:spMkLst>
            <pc:docMk/>
            <pc:sldMk cId="3280542678" sldId="286"/>
            <ac:spMk id="3" creationId="{3ABBEE78-8840-23F8-784A-D8D6942884A1}"/>
          </ac:spMkLst>
        </pc:spChg>
        <pc:spChg chg="add mod">
          <ac:chgData name="Joanna Robbins" userId="067b950dc48ce1cf" providerId="LiveId" clId="{B264A191-AEB2-4A70-AA4F-166422AEA395}" dt="2025-04-13T15:55:33.255" v="14877" actId="207"/>
          <ac:spMkLst>
            <pc:docMk/>
            <pc:sldMk cId="3280542678" sldId="286"/>
            <ac:spMk id="6" creationId="{3AC774D9-2A57-74BD-1257-F9C714AF151F}"/>
          </ac:spMkLst>
        </pc:spChg>
        <pc:picChg chg="add mod">
          <ac:chgData name="Joanna Robbins" userId="067b950dc48ce1cf" providerId="LiveId" clId="{B264A191-AEB2-4A70-AA4F-166422AEA395}" dt="2025-04-13T13:37:31.510" v="9446" actId="1076"/>
          <ac:picMkLst>
            <pc:docMk/>
            <pc:sldMk cId="3280542678" sldId="286"/>
            <ac:picMk id="5" creationId="{4D4E3D53-9941-A801-B11C-B225FCE2CCA5}"/>
          </ac:picMkLst>
        </pc:picChg>
      </pc:sldChg>
      <pc:sldChg chg="modSp add mod">
        <pc:chgData name="Joanna Robbins" userId="067b950dc48ce1cf" providerId="LiveId" clId="{B264A191-AEB2-4A70-AA4F-166422AEA395}" dt="2025-04-13T15:55:22.426" v="14875" actId="207"/>
        <pc:sldMkLst>
          <pc:docMk/>
          <pc:sldMk cId="632369106" sldId="287"/>
        </pc:sldMkLst>
        <pc:spChg chg="mod">
          <ac:chgData name="Joanna Robbins" userId="067b950dc48ce1cf" providerId="LiveId" clId="{B264A191-AEB2-4A70-AA4F-166422AEA395}" dt="2025-04-13T15:55:22.426" v="14875" actId="207"/>
          <ac:spMkLst>
            <pc:docMk/>
            <pc:sldMk cId="632369106" sldId="287"/>
            <ac:spMk id="2" creationId="{637FB4FE-3A94-1E69-14E4-AAE263C5BE3D}"/>
          </ac:spMkLst>
        </pc:spChg>
        <pc:spChg chg="mod">
          <ac:chgData name="Joanna Robbins" userId="067b950dc48ce1cf" providerId="LiveId" clId="{B264A191-AEB2-4A70-AA4F-166422AEA395}" dt="2025-04-13T15:55:22.426" v="14875" actId="207"/>
          <ac:spMkLst>
            <pc:docMk/>
            <pc:sldMk cId="632369106" sldId="287"/>
            <ac:spMk id="3" creationId="{0DB4F6C7-5695-8FAD-EBC0-A8BD17D2E7CF}"/>
          </ac:spMkLst>
        </pc:spChg>
        <pc:spChg chg="mod">
          <ac:chgData name="Joanna Robbins" userId="067b950dc48ce1cf" providerId="LiveId" clId="{B264A191-AEB2-4A70-AA4F-166422AEA395}" dt="2025-04-13T15:55:22.426" v="14875" actId="207"/>
          <ac:spMkLst>
            <pc:docMk/>
            <pc:sldMk cId="632369106" sldId="287"/>
            <ac:spMk id="4" creationId="{38498ABC-7905-6D4F-021B-4F24856A62EA}"/>
          </ac:spMkLst>
        </pc:spChg>
        <pc:spChg chg="mod">
          <ac:chgData name="Joanna Robbins" userId="067b950dc48ce1cf" providerId="LiveId" clId="{B264A191-AEB2-4A70-AA4F-166422AEA395}" dt="2025-04-13T13:35:43.991" v="9339" actId="14100"/>
          <ac:spMkLst>
            <pc:docMk/>
            <pc:sldMk cId="632369106" sldId="287"/>
            <ac:spMk id="10" creationId="{D7AD04CA-CCF2-05EF-9829-6DE95BBB446C}"/>
          </ac:spMkLst>
        </pc:spChg>
      </pc:sldChg>
      <pc:sldChg chg="addSp modSp new mod">
        <pc:chgData name="Joanna Robbins" userId="067b950dc48ce1cf" providerId="LiveId" clId="{B264A191-AEB2-4A70-AA4F-166422AEA395}" dt="2025-04-13T16:20:59.051" v="14933" actId="1036"/>
        <pc:sldMkLst>
          <pc:docMk/>
          <pc:sldMk cId="3872728124" sldId="288"/>
        </pc:sldMkLst>
        <pc:spChg chg="add mod">
          <ac:chgData name="Joanna Robbins" userId="067b950dc48ce1cf" providerId="LiveId" clId="{B264A191-AEB2-4A70-AA4F-166422AEA395}" dt="2025-04-13T15:56:02.765" v="14881" actId="1076"/>
          <ac:spMkLst>
            <pc:docMk/>
            <pc:sldMk cId="3872728124" sldId="288"/>
            <ac:spMk id="2" creationId="{A741DD3F-B968-DF2F-12DA-23B32FBA7F8E}"/>
          </ac:spMkLst>
        </pc:spChg>
        <pc:spChg chg="add mod">
          <ac:chgData name="Joanna Robbins" userId="067b950dc48ce1cf" providerId="LiveId" clId="{B264A191-AEB2-4A70-AA4F-166422AEA395}" dt="2025-04-13T16:20:59.051" v="14933" actId="1036"/>
          <ac:spMkLst>
            <pc:docMk/>
            <pc:sldMk cId="3872728124" sldId="288"/>
            <ac:spMk id="5" creationId="{02D3A831-0FBA-E7BC-C54B-6863CE4C38BB}"/>
          </ac:spMkLst>
        </pc:spChg>
        <pc:spChg chg="add mod">
          <ac:chgData name="Joanna Robbins" userId="067b950dc48ce1cf" providerId="LiveId" clId="{B264A191-AEB2-4A70-AA4F-166422AEA395}" dt="2025-04-13T16:20:59.051" v="14933" actId="1036"/>
          <ac:spMkLst>
            <pc:docMk/>
            <pc:sldMk cId="3872728124" sldId="288"/>
            <ac:spMk id="6" creationId="{5187546B-D544-8086-6AA5-4B9A638E0F83}"/>
          </ac:spMkLst>
        </pc:spChg>
        <pc:spChg chg="add mod">
          <ac:chgData name="Joanna Robbins" userId="067b950dc48ce1cf" providerId="LiveId" clId="{B264A191-AEB2-4A70-AA4F-166422AEA395}" dt="2025-04-13T16:20:59.051" v="14933" actId="1036"/>
          <ac:spMkLst>
            <pc:docMk/>
            <pc:sldMk cId="3872728124" sldId="288"/>
            <ac:spMk id="7" creationId="{145C8D96-3CEE-FF83-F257-EB9C81FBE512}"/>
          </ac:spMkLst>
        </pc:spChg>
        <pc:picChg chg="add mod">
          <ac:chgData name="Joanna Robbins" userId="067b950dc48ce1cf" providerId="LiveId" clId="{B264A191-AEB2-4A70-AA4F-166422AEA395}" dt="2025-04-13T13:42:42.809" v="9888" actId="1036"/>
          <ac:picMkLst>
            <pc:docMk/>
            <pc:sldMk cId="3872728124" sldId="288"/>
            <ac:picMk id="4" creationId="{658BE2E3-F838-EC55-9FC0-06CAC67D8D65}"/>
          </ac:picMkLst>
        </pc:picChg>
      </pc:sldChg>
      <pc:sldChg chg="addSp delSp modSp new mod">
        <pc:chgData name="Joanna Robbins" userId="067b950dc48ce1cf" providerId="LiveId" clId="{B264A191-AEB2-4A70-AA4F-166422AEA395}" dt="2025-04-13T15:56:10.978" v="14884" actId="1036"/>
        <pc:sldMkLst>
          <pc:docMk/>
          <pc:sldMk cId="599151871" sldId="289"/>
        </pc:sldMkLst>
        <pc:spChg chg="add mod">
          <ac:chgData name="Joanna Robbins" userId="067b950dc48ce1cf" providerId="LiveId" clId="{B264A191-AEB2-4A70-AA4F-166422AEA395}" dt="2025-04-13T15:56:10.978" v="14884" actId="1036"/>
          <ac:spMkLst>
            <pc:docMk/>
            <pc:sldMk cId="599151871" sldId="289"/>
            <ac:spMk id="2" creationId="{88625A77-7D12-3C68-60FE-66B78DBE8031}"/>
          </ac:spMkLst>
        </pc:spChg>
        <pc:spChg chg="add mod">
          <ac:chgData name="Joanna Robbins" userId="067b950dc48ce1cf" providerId="LiveId" clId="{B264A191-AEB2-4A70-AA4F-166422AEA395}" dt="2025-04-13T13:46:56.681" v="10093" actId="1038"/>
          <ac:spMkLst>
            <pc:docMk/>
            <pc:sldMk cId="599151871" sldId="289"/>
            <ac:spMk id="9" creationId="{F0E34DFF-933B-994E-7AD5-C72C9BD90B9D}"/>
          </ac:spMkLst>
        </pc:spChg>
        <pc:spChg chg="add mod">
          <ac:chgData name="Joanna Robbins" userId="067b950dc48ce1cf" providerId="LiveId" clId="{B264A191-AEB2-4A70-AA4F-166422AEA395}" dt="2025-04-13T13:47:22.758" v="10098" actId="1076"/>
          <ac:spMkLst>
            <pc:docMk/>
            <pc:sldMk cId="599151871" sldId="289"/>
            <ac:spMk id="10" creationId="{23D7A16E-3500-3D17-6149-BD636C5656E9}"/>
          </ac:spMkLst>
        </pc:spChg>
        <pc:picChg chg="add mod">
          <ac:chgData name="Joanna Robbins" userId="067b950dc48ce1cf" providerId="LiveId" clId="{B264A191-AEB2-4A70-AA4F-166422AEA395}" dt="2025-04-13T13:45:58.988" v="9973" actId="1076"/>
          <ac:picMkLst>
            <pc:docMk/>
            <pc:sldMk cId="599151871" sldId="289"/>
            <ac:picMk id="4" creationId="{3A981ED8-CE41-80A5-0D6E-A5C13C5F0387}"/>
          </ac:picMkLst>
        </pc:picChg>
        <pc:picChg chg="add del mod">
          <ac:chgData name="Joanna Robbins" userId="067b950dc48ce1cf" providerId="LiveId" clId="{B264A191-AEB2-4A70-AA4F-166422AEA395}" dt="2025-04-13T13:41:28.044" v="9791" actId="478"/>
          <ac:picMkLst>
            <pc:docMk/>
            <pc:sldMk cId="599151871" sldId="289"/>
            <ac:picMk id="6" creationId="{C9A53161-2153-123F-D618-80CC8F2EBCDA}"/>
          </ac:picMkLst>
        </pc:picChg>
        <pc:picChg chg="add del mod">
          <ac:chgData name="Joanna Robbins" userId="067b950dc48ce1cf" providerId="LiveId" clId="{B264A191-AEB2-4A70-AA4F-166422AEA395}" dt="2025-04-13T13:42:35.689" v="9883" actId="478"/>
          <ac:picMkLst>
            <pc:docMk/>
            <pc:sldMk cId="599151871" sldId="289"/>
            <ac:picMk id="8" creationId="{6A5CD413-40D8-78D6-940B-2E7622946A7F}"/>
          </ac:picMkLst>
        </pc:picChg>
      </pc:sldChg>
      <pc:sldChg chg="addSp modSp new del mod ord">
        <pc:chgData name="Joanna Robbins" userId="067b950dc48ce1cf" providerId="LiveId" clId="{B264A191-AEB2-4A70-AA4F-166422AEA395}" dt="2025-04-13T18:21:00.272" v="14987" actId="47"/>
        <pc:sldMkLst>
          <pc:docMk/>
          <pc:sldMk cId="2808006313" sldId="290"/>
        </pc:sldMkLst>
        <pc:spChg chg="add mod">
          <ac:chgData name="Joanna Robbins" userId="067b950dc48ce1cf" providerId="LiveId" clId="{B264A191-AEB2-4A70-AA4F-166422AEA395}" dt="2025-04-13T15:56:18.650" v="14887" actId="1076"/>
          <ac:spMkLst>
            <pc:docMk/>
            <pc:sldMk cId="2808006313" sldId="290"/>
            <ac:spMk id="4" creationId="{F9782D35-4DC7-FEE2-EC29-803CFE7B6A42}"/>
          </ac:spMkLst>
        </pc:spChg>
        <pc:spChg chg="add mod">
          <ac:chgData name="Joanna Robbins" userId="067b950dc48ce1cf" providerId="LiveId" clId="{B264A191-AEB2-4A70-AA4F-166422AEA395}" dt="2025-04-13T13:49:23.777" v="10253" actId="14100"/>
          <ac:spMkLst>
            <pc:docMk/>
            <pc:sldMk cId="2808006313" sldId="290"/>
            <ac:spMk id="5" creationId="{A227F4F1-DD8C-336C-2DF4-1721E99A60F2}"/>
          </ac:spMkLst>
        </pc:spChg>
        <pc:spChg chg="add mod">
          <ac:chgData name="Joanna Robbins" userId="067b950dc48ce1cf" providerId="LiveId" clId="{B264A191-AEB2-4A70-AA4F-166422AEA395}" dt="2025-04-13T13:50:13.201" v="10399" actId="1076"/>
          <ac:spMkLst>
            <pc:docMk/>
            <pc:sldMk cId="2808006313" sldId="290"/>
            <ac:spMk id="6" creationId="{937B846B-4A97-07BE-CB94-DB35CD8978AB}"/>
          </ac:spMkLst>
        </pc:spChg>
        <pc:picChg chg="add mod">
          <ac:chgData name="Joanna Robbins" userId="067b950dc48ce1cf" providerId="LiveId" clId="{B264A191-AEB2-4A70-AA4F-166422AEA395}" dt="2025-04-13T13:48:45.207" v="10150" actId="1076"/>
          <ac:picMkLst>
            <pc:docMk/>
            <pc:sldMk cId="2808006313" sldId="290"/>
            <ac:picMk id="3" creationId="{6B7A7ABC-AC4A-5FB4-3464-DC66EABC76CE}"/>
          </ac:picMkLst>
        </pc:picChg>
      </pc:sldChg>
      <pc:sldChg chg="addSp modSp new del mod ord">
        <pc:chgData name="Joanna Robbins" userId="067b950dc48ce1cf" providerId="LiveId" clId="{B264A191-AEB2-4A70-AA4F-166422AEA395}" dt="2025-04-13T18:21:00.272" v="14987" actId="47"/>
        <pc:sldMkLst>
          <pc:docMk/>
          <pc:sldMk cId="4200889021" sldId="291"/>
        </pc:sldMkLst>
        <pc:spChg chg="add mod">
          <ac:chgData name="Joanna Robbins" userId="067b950dc48ce1cf" providerId="LiveId" clId="{B264A191-AEB2-4A70-AA4F-166422AEA395}" dt="2025-04-13T15:56:33.748" v="14890" actId="1076"/>
          <ac:spMkLst>
            <pc:docMk/>
            <pc:sldMk cId="4200889021" sldId="291"/>
            <ac:spMk id="4" creationId="{637B90DF-CDC1-FB32-87B1-4013D0625BDB}"/>
          </ac:spMkLst>
        </pc:spChg>
        <pc:picChg chg="add mod">
          <ac:chgData name="Joanna Robbins" userId="067b950dc48ce1cf" providerId="LiveId" clId="{B264A191-AEB2-4A70-AA4F-166422AEA395}" dt="2025-04-13T13:50:34.711" v="10405" actId="1076"/>
          <ac:picMkLst>
            <pc:docMk/>
            <pc:sldMk cId="4200889021" sldId="291"/>
            <ac:picMk id="3" creationId="{5FF66333-ADB4-7BAF-B49C-9081E29740D2}"/>
          </ac:picMkLst>
        </pc:picChg>
      </pc:sldChg>
      <pc:sldChg chg="addSp delSp modSp new mod modAnim">
        <pc:chgData name="Joanna Robbins" userId="067b950dc48ce1cf" providerId="LiveId" clId="{B264A191-AEB2-4A70-AA4F-166422AEA395}" dt="2025-04-13T15:56:37.599" v="14891" actId="207"/>
        <pc:sldMkLst>
          <pc:docMk/>
          <pc:sldMk cId="1039742291" sldId="292"/>
        </pc:sldMkLst>
        <pc:spChg chg="add mod">
          <ac:chgData name="Joanna Robbins" userId="067b950dc48ce1cf" providerId="LiveId" clId="{B264A191-AEB2-4A70-AA4F-166422AEA395}" dt="2025-04-13T15:56:37.599" v="14891" actId="207"/>
          <ac:spMkLst>
            <pc:docMk/>
            <pc:sldMk cId="1039742291" sldId="292"/>
            <ac:spMk id="2" creationId="{42209172-0653-BE9E-B2BE-A8AEF118B85F}"/>
          </ac:spMkLst>
        </pc:spChg>
        <pc:spChg chg="add mod">
          <ac:chgData name="Joanna Robbins" userId="067b950dc48ce1cf" providerId="LiveId" clId="{B264A191-AEB2-4A70-AA4F-166422AEA395}" dt="2025-04-13T13:52:57.386" v="10539" actId="1076"/>
          <ac:spMkLst>
            <pc:docMk/>
            <pc:sldMk cId="1039742291" sldId="292"/>
            <ac:spMk id="3" creationId="{EB72BD00-5648-9828-7D6D-9A6ABFD1F924}"/>
          </ac:spMkLst>
        </pc:spChg>
        <pc:spChg chg="add del mod">
          <ac:chgData name="Joanna Robbins" userId="067b950dc48ce1cf" providerId="LiveId" clId="{B264A191-AEB2-4A70-AA4F-166422AEA395}" dt="2025-04-13T13:55:41.276" v="10570" actId="478"/>
          <ac:spMkLst>
            <pc:docMk/>
            <pc:sldMk cId="1039742291" sldId="292"/>
            <ac:spMk id="5" creationId="{D836DE00-33C6-6C4E-9ABE-71EED911B478}"/>
          </ac:spMkLst>
        </pc:spChg>
        <pc:spChg chg="add del mod">
          <ac:chgData name="Joanna Robbins" userId="067b950dc48ce1cf" providerId="LiveId" clId="{B264A191-AEB2-4A70-AA4F-166422AEA395}" dt="2025-04-13T13:55:50.647" v="10573" actId="478"/>
          <ac:spMkLst>
            <pc:docMk/>
            <pc:sldMk cId="1039742291" sldId="292"/>
            <ac:spMk id="7" creationId="{2FE2C283-A88A-9B38-5430-11BA6C225508}"/>
          </ac:spMkLst>
        </pc:spChg>
        <pc:spChg chg="add mod">
          <ac:chgData name="Joanna Robbins" userId="067b950dc48ce1cf" providerId="LiveId" clId="{B264A191-AEB2-4A70-AA4F-166422AEA395}" dt="2025-04-13T13:57:23.202" v="10659" actId="255"/>
          <ac:spMkLst>
            <pc:docMk/>
            <pc:sldMk cId="1039742291" sldId="292"/>
            <ac:spMk id="8" creationId="{ACBFBA91-018A-B1A3-06FC-372BD7C088FF}"/>
          </ac:spMkLst>
        </pc:spChg>
        <pc:spChg chg="add mod">
          <ac:chgData name="Joanna Robbins" userId="067b950dc48ce1cf" providerId="LiveId" clId="{B264A191-AEB2-4A70-AA4F-166422AEA395}" dt="2025-04-13T13:59:21.300" v="10712" actId="20577"/>
          <ac:spMkLst>
            <pc:docMk/>
            <pc:sldMk cId="1039742291" sldId="292"/>
            <ac:spMk id="9" creationId="{9AE18D8B-F301-1244-C4DE-41DD2417DB4A}"/>
          </ac:spMkLst>
        </pc:spChg>
      </pc:sldChg>
      <pc:sldChg chg="addSp modSp new mod modAnim">
        <pc:chgData name="Joanna Robbins" userId="067b950dc48ce1cf" providerId="LiveId" clId="{B264A191-AEB2-4A70-AA4F-166422AEA395}" dt="2025-04-13T15:56:52.210" v="14893" actId="207"/>
        <pc:sldMkLst>
          <pc:docMk/>
          <pc:sldMk cId="469001218" sldId="293"/>
        </pc:sldMkLst>
        <pc:spChg chg="add mod">
          <ac:chgData name="Joanna Robbins" userId="067b950dc48ce1cf" providerId="LiveId" clId="{B264A191-AEB2-4A70-AA4F-166422AEA395}" dt="2025-04-13T15:56:45.585" v="14892" actId="207"/>
          <ac:spMkLst>
            <pc:docMk/>
            <pc:sldMk cId="469001218" sldId="293"/>
            <ac:spMk id="2" creationId="{F8DF1B5E-C7EE-7746-FA9B-7F0C54652461}"/>
          </ac:spMkLst>
        </pc:spChg>
        <pc:spChg chg="add mod">
          <ac:chgData name="Joanna Robbins" userId="067b950dc48ce1cf" providerId="LiveId" clId="{B264A191-AEB2-4A70-AA4F-166422AEA395}" dt="2025-04-13T15:56:52.210" v="14893" actId="207"/>
          <ac:spMkLst>
            <pc:docMk/>
            <pc:sldMk cId="469001218" sldId="293"/>
            <ac:spMk id="3" creationId="{4E726FBE-97A4-94C8-E55B-D6924324D792}"/>
          </ac:spMkLst>
        </pc:spChg>
        <pc:spChg chg="add mod">
          <ac:chgData name="Joanna Robbins" userId="067b950dc48ce1cf" providerId="LiveId" clId="{B264A191-AEB2-4A70-AA4F-166422AEA395}" dt="2025-04-13T15:56:52.210" v="14893" actId="207"/>
          <ac:spMkLst>
            <pc:docMk/>
            <pc:sldMk cId="469001218" sldId="293"/>
            <ac:spMk id="4" creationId="{D0F7047E-5627-BF47-3E2B-B95C3D98969C}"/>
          </ac:spMkLst>
        </pc:spChg>
        <pc:spChg chg="add mod">
          <ac:chgData name="Joanna Robbins" userId="067b950dc48ce1cf" providerId="LiveId" clId="{B264A191-AEB2-4A70-AA4F-166422AEA395}" dt="2025-04-13T15:56:52.210" v="14893" actId="207"/>
          <ac:spMkLst>
            <pc:docMk/>
            <pc:sldMk cId="469001218" sldId="293"/>
            <ac:spMk id="5" creationId="{92017E66-6E06-11CC-6C22-30683E7F896E}"/>
          </ac:spMkLst>
        </pc:spChg>
        <pc:spChg chg="add mod">
          <ac:chgData name="Joanna Robbins" userId="067b950dc48ce1cf" providerId="LiveId" clId="{B264A191-AEB2-4A70-AA4F-166422AEA395}" dt="2025-04-13T15:56:52.210" v="14893" actId="207"/>
          <ac:spMkLst>
            <pc:docMk/>
            <pc:sldMk cId="469001218" sldId="293"/>
            <ac:spMk id="6" creationId="{BC1C0389-EF09-35FB-BC39-9A5209B4D31B}"/>
          </ac:spMkLst>
        </pc:spChg>
      </pc:sldChg>
      <pc:sldChg chg="addSp modSp new mod modAnim">
        <pc:chgData name="Joanna Robbins" userId="067b950dc48ce1cf" providerId="LiveId" clId="{B264A191-AEB2-4A70-AA4F-166422AEA395}" dt="2025-04-13T16:54:57.176" v="14954" actId="20577"/>
        <pc:sldMkLst>
          <pc:docMk/>
          <pc:sldMk cId="556361522" sldId="294"/>
        </pc:sldMkLst>
        <pc:spChg chg="add mod">
          <ac:chgData name="Joanna Robbins" userId="067b950dc48ce1cf" providerId="LiveId" clId="{B264A191-AEB2-4A70-AA4F-166422AEA395}" dt="2025-04-13T15:56:57.495" v="14894" actId="207"/>
          <ac:spMkLst>
            <pc:docMk/>
            <pc:sldMk cId="556361522" sldId="294"/>
            <ac:spMk id="2" creationId="{2B7284BF-0B31-491A-94B6-1D115740F8F1}"/>
          </ac:spMkLst>
        </pc:spChg>
        <pc:spChg chg="add mod">
          <ac:chgData name="Joanna Robbins" userId="067b950dc48ce1cf" providerId="LiveId" clId="{B264A191-AEB2-4A70-AA4F-166422AEA395}" dt="2025-04-13T16:54:57.176" v="14954" actId="20577"/>
          <ac:spMkLst>
            <pc:docMk/>
            <pc:sldMk cId="556361522" sldId="294"/>
            <ac:spMk id="3" creationId="{C13F084D-9871-3832-8929-AA034146E2A9}"/>
          </ac:spMkLst>
        </pc:spChg>
        <pc:spChg chg="add mod">
          <ac:chgData name="Joanna Robbins" userId="067b950dc48ce1cf" providerId="LiveId" clId="{B264A191-AEB2-4A70-AA4F-166422AEA395}" dt="2025-04-13T14:54:44.285" v="14790" actId="1036"/>
          <ac:spMkLst>
            <pc:docMk/>
            <pc:sldMk cId="556361522" sldId="294"/>
            <ac:spMk id="5" creationId="{C5FB3784-61E7-7BA9-D248-35118357FDFA}"/>
          </ac:spMkLst>
        </pc:spChg>
        <pc:spChg chg="add mod">
          <ac:chgData name="Joanna Robbins" userId="067b950dc48ce1cf" providerId="LiveId" clId="{B264A191-AEB2-4A70-AA4F-166422AEA395}" dt="2025-04-13T14:17:43.893" v="12289" actId="207"/>
          <ac:spMkLst>
            <pc:docMk/>
            <pc:sldMk cId="556361522" sldId="294"/>
            <ac:spMk id="8" creationId="{7FC58DE0-052C-3E54-76DA-46066482FAC9}"/>
          </ac:spMkLst>
        </pc:spChg>
        <pc:spChg chg="add mod">
          <ac:chgData name="Joanna Robbins" userId="067b950dc48ce1cf" providerId="LiveId" clId="{B264A191-AEB2-4A70-AA4F-166422AEA395}" dt="2025-04-13T14:18:13.628" v="12335" actId="1035"/>
          <ac:spMkLst>
            <pc:docMk/>
            <pc:sldMk cId="556361522" sldId="294"/>
            <ac:spMk id="9" creationId="{B7518B0E-D7B6-BE61-C23C-489650C58015}"/>
          </ac:spMkLst>
        </pc:spChg>
        <pc:spChg chg="add mod">
          <ac:chgData name="Joanna Robbins" userId="067b950dc48ce1cf" providerId="LiveId" clId="{B264A191-AEB2-4A70-AA4F-166422AEA395}" dt="2025-04-13T14:54:58.685" v="14797" actId="20577"/>
          <ac:spMkLst>
            <pc:docMk/>
            <pc:sldMk cId="556361522" sldId="294"/>
            <ac:spMk id="10" creationId="{1FE6DD39-F430-D9BD-B9D8-6F81BD31F0D3}"/>
          </ac:spMkLst>
        </pc:spChg>
        <pc:picChg chg="add mod">
          <ac:chgData name="Joanna Robbins" userId="067b950dc48ce1cf" providerId="LiveId" clId="{B264A191-AEB2-4A70-AA4F-166422AEA395}" dt="2025-04-13T14:17:24.539" v="12286" actId="14100"/>
          <ac:picMkLst>
            <pc:docMk/>
            <pc:sldMk cId="556361522" sldId="294"/>
            <ac:picMk id="4" creationId="{4239269B-F0CA-D6E0-5A48-ED4326C3CA5C}"/>
          </ac:picMkLst>
        </pc:picChg>
        <pc:picChg chg="add mod">
          <ac:chgData name="Joanna Robbins" userId="067b950dc48ce1cf" providerId="LiveId" clId="{B264A191-AEB2-4A70-AA4F-166422AEA395}" dt="2025-04-13T14:18:06.047" v="12293" actId="1076"/>
          <ac:picMkLst>
            <pc:docMk/>
            <pc:sldMk cId="556361522" sldId="294"/>
            <ac:picMk id="7" creationId="{417E342F-ECD4-13F2-9EF2-1672998B5864}"/>
          </ac:picMkLst>
        </pc:picChg>
      </pc:sldChg>
      <pc:sldChg chg="addSp modSp new mod modAnim">
        <pc:chgData name="Joanna Robbins" userId="067b950dc48ce1cf" providerId="LiveId" clId="{B264A191-AEB2-4A70-AA4F-166422AEA395}" dt="2025-04-13T15:57:20.135" v="14896" actId="207"/>
        <pc:sldMkLst>
          <pc:docMk/>
          <pc:sldMk cId="1022458105" sldId="295"/>
        </pc:sldMkLst>
        <pc:spChg chg="add mod">
          <ac:chgData name="Joanna Robbins" userId="067b950dc48ce1cf" providerId="LiveId" clId="{B264A191-AEB2-4A70-AA4F-166422AEA395}" dt="2025-04-13T15:57:11.885" v="14895" actId="207"/>
          <ac:spMkLst>
            <pc:docMk/>
            <pc:sldMk cId="1022458105" sldId="295"/>
            <ac:spMk id="3" creationId="{0FED615B-9790-B9B5-E144-1E7DF52EEAD5}"/>
          </ac:spMkLst>
        </pc:spChg>
        <pc:spChg chg="add mod">
          <ac:chgData name="Joanna Robbins" userId="067b950dc48ce1cf" providerId="LiveId" clId="{B264A191-AEB2-4A70-AA4F-166422AEA395}" dt="2025-04-13T14:44:12.971" v="14478" actId="1076"/>
          <ac:spMkLst>
            <pc:docMk/>
            <pc:sldMk cId="1022458105" sldId="295"/>
            <ac:spMk id="4" creationId="{C145BAE1-E0CD-CE22-E318-FC42BED07983}"/>
          </ac:spMkLst>
        </pc:spChg>
        <pc:spChg chg="add mod">
          <ac:chgData name="Joanna Robbins" userId="067b950dc48ce1cf" providerId="LiveId" clId="{B264A191-AEB2-4A70-AA4F-166422AEA395}" dt="2025-04-13T15:57:20.135" v="14896" actId="207"/>
          <ac:spMkLst>
            <pc:docMk/>
            <pc:sldMk cId="1022458105" sldId="295"/>
            <ac:spMk id="5" creationId="{605BF8E6-5BBA-FC6A-B70E-02672373DFEE}"/>
          </ac:spMkLst>
        </pc:spChg>
        <pc:picChg chg="add mod">
          <ac:chgData name="Joanna Robbins" userId="067b950dc48ce1cf" providerId="LiveId" clId="{B264A191-AEB2-4A70-AA4F-166422AEA395}" dt="2025-04-13T14:44:02.528" v="14473" actId="1037"/>
          <ac:picMkLst>
            <pc:docMk/>
            <pc:sldMk cId="1022458105" sldId="295"/>
            <ac:picMk id="2" creationId="{12338421-B9D7-B4FF-BC97-7EE19DE0EA82}"/>
          </ac:picMkLst>
        </pc:picChg>
      </pc:sldChg>
      <pc:sldChg chg="addSp modSp new mod">
        <pc:chgData name="Joanna Robbins" userId="067b950dc48ce1cf" providerId="LiveId" clId="{B264A191-AEB2-4A70-AA4F-166422AEA395}" dt="2025-04-13T15:57:25.655" v="14897" actId="207"/>
        <pc:sldMkLst>
          <pc:docMk/>
          <pc:sldMk cId="3376309231" sldId="296"/>
        </pc:sldMkLst>
        <pc:spChg chg="add mod">
          <ac:chgData name="Joanna Robbins" userId="067b950dc48ce1cf" providerId="LiveId" clId="{B264A191-AEB2-4A70-AA4F-166422AEA395}" dt="2025-04-13T15:57:25.655" v="14897" actId="207"/>
          <ac:spMkLst>
            <pc:docMk/>
            <pc:sldMk cId="3376309231" sldId="296"/>
            <ac:spMk id="2" creationId="{BF729ED3-D34E-B208-6404-304690E8B72F}"/>
          </ac:spMkLst>
        </pc:spChg>
        <pc:spChg chg="add mod">
          <ac:chgData name="Joanna Robbins" userId="067b950dc48ce1cf" providerId="LiveId" clId="{B264A191-AEB2-4A70-AA4F-166422AEA395}" dt="2025-04-13T14:24:51.854" v="13285" actId="1076"/>
          <ac:spMkLst>
            <pc:docMk/>
            <pc:sldMk cId="3376309231" sldId="296"/>
            <ac:spMk id="3" creationId="{F8A1BF9B-C275-3A05-07C9-5D75E59ECDE1}"/>
          </ac:spMkLst>
        </pc:spChg>
        <pc:spChg chg="add mod">
          <ac:chgData name="Joanna Robbins" userId="067b950dc48ce1cf" providerId="LiveId" clId="{B264A191-AEB2-4A70-AA4F-166422AEA395}" dt="2025-04-13T14:45:50.952" v="14553" actId="1582"/>
          <ac:spMkLst>
            <pc:docMk/>
            <pc:sldMk cId="3376309231" sldId="296"/>
            <ac:spMk id="5" creationId="{1E46E2DD-D307-766B-CEFC-3DA02F8F1366}"/>
          </ac:spMkLst>
        </pc:spChg>
        <pc:picChg chg="add mod">
          <ac:chgData name="Joanna Robbins" userId="067b950dc48ce1cf" providerId="LiveId" clId="{B264A191-AEB2-4A70-AA4F-166422AEA395}" dt="2025-04-13T14:24:46.120" v="13283" actId="1076"/>
          <ac:picMkLst>
            <pc:docMk/>
            <pc:sldMk cId="3376309231" sldId="296"/>
            <ac:picMk id="4" creationId="{808EE111-E774-C2BE-7224-C99E77EB4F1B}"/>
          </ac:picMkLst>
        </pc:picChg>
      </pc:sldChg>
      <pc:sldChg chg="addSp modSp new mod">
        <pc:chgData name="Joanna Robbins" userId="067b950dc48ce1cf" providerId="LiveId" clId="{B264A191-AEB2-4A70-AA4F-166422AEA395}" dt="2025-04-13T17:21:37.219" v="14977" actId="20577"/>
        <pc:sldMkLst>
          <pc:docMk/>
          <pc:sldMk cId="3457806922" sldId="297"/>
        </pc:sldMkLst>
        <pc:spChg chg="add mod">
          <ac:chgData name="Joanna Robbins" userId="067b950dc48ce1cf" providerId="LiveId" clId="{B264A191-AEB2-4A70-AA4F-166422AEA395}" dt="2025-04-13T15:57:29.511" v="14898" actId="207"/>
          <ac:spMkLst>
            <pc:docMk/>
            <pc:sldMk cId="3457806922" sldId="297"/>
            <ac:spMk id="2" creationId="{E6C7EBEA-6D77-A592-C856-C7C7B6164B52}"/>
          </ac:spMkLst>
        </pc:spChg>
        <pc:spChg chg="add mod">
          <ac:chgData name="Joanna Robbins" userId="067b950dc48ce1cf" providerId="LiveId" clId="{B264A191-AEB2-4A70-AA4F-166422AEA395}" dt="2025-04-13T17:21:37.219" v="14977" actId="20577"/>
          <ac:spMkLst>
            <pc:docMk/>
            <pc:sldMk cId="3457806922" sldId="297"/>
            <ac:spMk id="3" creationId="{9776A673-A1DF-BFD3-0518-7846C6AB221D}"/>
          </ac:spMkLst>
        </pc:spChg>
      </pc:sldChg>
      <pc:sldChg chg="addSp modSp new mod">
        <pc:chgData name="Joanna Robbins" userId="067b950dc48ce1cf" providerId="LiveId" clId="{B264A191-AEB2-4A70-AA4F-166422AEA395}" dt="2025-04-13T15:57:43.295" v="14899" actId="207"/>
        <pc:sldMkLst>
          <pc:docMk/>
          <pc:sldMk cId="2456586313" sldId="298"/>
        </pc:sldMkLst>
        <pc:spChg chg="add mod">
          <ac:chgData name="Joanna Robbins" userId="067b950dc48ce1cf" providerId="LiveId" clId="{B264A191-AEB2-4A70-AA4F-166422AEA395}" dt="2025-04-13T15:57:43.295" v="14899" actId="207"/>
          <ac:spMkLst>
            <pc:docMk/>
            <pc:sldMk cId="2456586313" sldId="298"/>
            <ac:spMk id="2" creationId="{CBDA9677-A722-D59E-E96A-5BDD98B9592F}"/>
          </ac:spMkLst>
        </pc:spChg>
      </pc:sldChg>
      <pc:sldMasterChg chg="setBg modSldLayout">
        <pc:chgData name="Joanna Robbins" userId="067b950dc48ce1cf" providerId="LiveId" clId="{B264A191-AEB2-4A70-AA4F-166422AEA395}" dt="2025-04-13T08:08:04.378" v="4"/>
        <pc:sldMasterMkLst>
          <pc:docMk/>
          <pc:sldMasterMk cId="1915644744" sldId="2147483648"/>
        </pc:sldMasterMkLst>
        <pc:sldLayoutChg chg="setBg">
          <pc:chgData name="Joanna Robbins" userId="067b950dc48ce1cf" providerId="LiveId" clId="{B264A191-AEB2-4A70-AA4F-166422AEA395}" dt="2025-04-13T08:08:04.378" v="4"/>
          <pc:sldLayoutMkLst>
            <pc:docMk/>
            <pc:sldMasterMk cId="1915644744" sldId="2147483648"/>
            <pc:sldLayoutMk cId="26593628" sldId="2147483649"/>
          </pc:sldLayoutMkLst>
        </pc:sldLayoutChg>
        <pc:sldLayoutChg chg="setBg">
          <pc:chgData name="Joanna Robbins" userId="067b950dc48ce1cf" providerId="LiveId" clId="{B264A191-AEB2-4A70-AA4F-166422AEA395}" dt="2025-04-13T08:08:04.378" v="4"/>
          <pc:sldLayoutMkLst>
            <pc:docMk/>
            <pc:sldMasterMk cId="1915644744" sldId="2147483648"/>
            <pc:sldLayoutMk cId="4013109765" sldId="2147483650"/>
          </pc:sldLayoutMkLst>
        </pc:sldLayoutChg>
        <pc:sldLayoutChg chg="setBg">
          <pc:chgData name="Joanna Robbins" userId="067b950dc48ce1cf" providerId="LiveId" clId="{B264A191-AEB2-4A70-AA4F-166422AEA395}" dt="2025-04-13T08:08:04.378" v="4"/>
          <pc:sldLayoutMkLst>
            <pc:docMk/>
            <pc:sldMasterMk cId="1915644744" sldId="2147483648"/>
            <pc:sldLayoutMk cId="1356036724" sldId="2147483651"/>
          </pc:sldLayoutMkLst>
        </pc:sldLayoutChg>
        <pc:sldLayoutChg chg="setBg">
          <pc:chgData name="Joanna Robbins" userId="067b950dc48ce1cf" providerId="LiveId" clId="{B264A191-AEB2-4A70-AA4F-166422AEA395}" dt="2025-04-13T08:08:04.378" v="4"/>
          <pc:sldLayoutMkLst>
            <pc:docMk/>
            <pc:sldMasterMk cId="1915644744" sldId="2147483648"/>
            <pc:sldLayoutMk cId="962114372" sldId="2147483652"/>
          </pc:sldLayoutMkLst>
        </pc:sldLayoutChg>
        <pc:sldLayoutChg chg="setBg">
          <pc:chgData name="Joanna Robbins" userId="067b950dc48ce1cf" providerId="LiveId" clId="{B264A191-AEB2-4A70-AA4F-166422AEA395}" dt="2025-04-13T08:08:04.378" v="4"/>
          <pc:sldLayoutMkLst>
            <pc:docMk/>
            <pc:sldMasterMk cId="1915644744" sldId="2147483648"/>
            <pc:sldLayoutMk cId="1905799939" sldId="2147483653"/>
          </pc:sldLayoutMkLst>
        </pc:sldLayoutChg>
        <pc:sldLayoutChg chg="setBg">
          <pc:chgData name="Joanna Robbins" userId="067b950dc48ce1cf" providerId="LiveId" clId="{B264A191-AEB2-4A70-AA4F-166422AEA395}" dt="2025-04-13T08:08:04.378" v="4"/>
          <pc:sldLayoutMkLst>
            <pc:docMk/>
            <pc:sldMasterMk cId="1915644744" sldId="2147483648"/>
            <pc:sldLayoutMk cId="3670056907" sldId="2147483654"/>
          </pc:sldLayoutMkLst>
        </pc:sldLayoutChg>
        <pc:sldLayoutChg chg="setBg">
          <pc:chgData name="Joanna Robbins" userId="067b950dc48ce1cf" providerId="LiveId" clId="{B264A191-AEB2-4A70-AA4F-166422AEA395}" dt="2025-04-13T08:08:04.378" v="4"/>
          <pc:sldLayoutMkLst>
            <pc:docMk/>
            <pc:sldMasterMk cId="1915644744" sldId="2147483648"/>
            <pc:sldLayoutMk cId="4033324539" sldId="2147483655"/>
          </pc:sldLayoutMkLst>
        </pc:sldLayoutChg>
        <pc:sldLayoutChg chg="setBg">
          <pc:chgData name="Joanna Robbins" userId="067b950dc48ce1cf" providerId="LiveId" clId="{B264A191-AEB2-4A70-AA4F-166422AEA395}" dt="2025-04-13T08:08:04.378" v="4"/>
          <pc:sldLayoutMkLst>
            <pc:docMk/>
            <pc:sldMasterMk cId="1915644744" sldId="2147483648"/>
            <pc:sldLayoutMk cId="4279416384" sldId="2147483656"/>
          </pc:sldLayoutMkLst>
        </pc:sldLayoutChg>
        <pc:sldLayoutChg chg="setBg">
          <pc:chgData name="Joanna Robbins" userId="067b950dc48ce1cf" providerId="LiveId" clId="{B264A191-AEB2-4A70-AA4F-166422AEA395}" dt="2025-04-13T08:08:04.378" v="4"/>
          <pc:sldLayoutMkLst>
            <pc:docMk/>
            <pc:sldMasterMk cId="1915644744" sldId="2147483648"/>
            <pc:sldLayoutMk cId="1502373067" sldId="2147483657"/>
          </pc:sldLayoutMkLst>
        </pc:sldLayoutChg>
        <pc:sldLayoutChg chg="setBg">
          <pc:chgData name="Joanna Robbins" userId="067b950dc48ce1cf" providerId="LiveId" clId="{B264A191-AEB2-4A70-AA4F-166422AEA395}" dt="2025-04-13T08:08:04.378" v="4"/>
          <pc:sldLayoutMkLst>
            <pc:docMk/>
            <pc:sldMasterMk cId="1915644744" sldId="2147483648"/>
            <pc:sldLayoutMk cId="612661889" sldId="2147483658"/>
          </pc:sldLayoutMkLst>
        </pc:sldLayoutChg>
        <pc:sldLayoutChg chg="setBg">
          <pc:chgData name="Joanna Robbins" userId="067b950dc48ce1cf" providerId="LiveId" clId="{B264A191-AEB2-4A70-AA4F-166422AEA395}" dt="2025-04-13T08:08:04.378" v="4"/>
          <pc:sldLayoutMkLst>
            <pc:docMk/>
            <pc:sldMasterMk cId="1915644744" sldId="2147483648"/>
            <pc:sldLayoutMk cId="1521958048"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12D1-3C39-B0FB-E003-308932515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AED5C47-50D9-F050-F9AE-045C48D1CC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0C83FAB-C028-F1D6-2F00-4749C0C907B5}"/>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5" name="Footer Placeholder 4">
            <a:extLst>
              <a:ext uri="{FF2B5EF4-FFF2-40B4-BE49-F238E27FC236}">
                <a16:creationId xmlns:a16="http://schemas.microsoft.com/office/drawing/2014/main" id="{541A54E6-194B-BAE9-B5C9-BFBD8A6F6A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B2199D-64DC-D583-D848-E3DCF5162553}"/>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26593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B3C-8513-AFA6-A141-CBF1946DF3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AED57D4-5225-1092-CCDC-12EFB78B39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9D04CE7-14AB-4EEE-951B-498ED714F5B8}"/>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5" name="Footer Placeholder 4">
            <a:extLst>
              <a:ext uri="{FF2B5EF4-FFF2-40B4-BE49-F238E27FC236}">
                <a16:creationId xmlns:a16="http://schemas.microsoft.com/office/drawing/2014/main" id="{DCDED6C1-1465-23FE-CE8E-B1D57E9746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4B611B-9158-B234-CCB9-45B48BBF2F18}"/>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4013109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6B218-7488-A34B-C2B1-E207EAF503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ADF2C80-E27E-4C67-6D3A-03525A399D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2A4315-2D1A-6649-4053-07AE0A0D361D}"/>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5" name="Footer Placeholder 4">
            <a:extLst>
              <a:ext uri="{FF2B5EF4-FFF2-40B4-BE49-F238E27FC236}">
                <a16:creationId xmlns:a16="http://schemas.microsoft.com/office/drawing/2014/main" id="{9F7CC9E2-CAE9-D8FD-4F0A-D45732790E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90555D-ACAC-58F9-1A71-A163FAD6645F}"/>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1356036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DAE9-0387-6101-8294-445C1DBA25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4DAB7D-2112-3DB9-2CA4-2E057DB910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DA1B2A5-BEDE-627A-9E21-79A089A14D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CF33801-6ED5-CFA5-069A-509CF362E881}"/>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6" name="Footer Placeholder 5">
            <a:extLst>
              <a:ext uri="{FF2B5EF4-FFF2-40B4-BE49-F238E27FC236}">
                <a16:creationId xmlns:a16="http://schemas.microsoft.com/office/drawing/2014/main" id="{166DF99C-AFE9-AC25-A600-1063736DED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7C3C68-74DE-5FBA-D5A6-D1556CAA6440}"/>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962114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6A37-EF53-B030-110B-C884EF5DC47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6CC5EA-D8B9-3356-C4C4-34BA112C80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607CB7-CE96-1713-E453-FC84405F4A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E7CC5C3-CC52-219B-DB53-6C3B4193FD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5A149-A00C-46E8-90B4-6715D84C5A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06C4692-EB3B-217D-DAD1-6622D7FE493B}"/>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8" name="Footer Placeholder 7">
            <a:extLst>
              <a:ext uri="{FF2B5EF4-FFF2-40B4-BE49-F238E27FC236}">
                <a16:creationId xmlns:a16="http://schemas.microsoft.com/office/drawing/2014/main" id="{64EA50BE-1D74-92D5-9DD7-469CD6FF3E2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E3EF8FD-1E9B-9B5D-2EFC-093ACD502D4A}"/>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1905799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1A379-C72C-E554-0097-C74B6B95699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2AA56DF-5E38-42C6-DBD4-AB0CC329F4DC}"/>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4" name="Footer Placeholder 3">
            <a:extLst>
              <a:ext uri="{FF2B5EF4-FFF2-40B4-BE49-F238E27FC236}">
                <a16:creationId xmlns:a16="http://schemas.microsoft.com/office/drawing/2014/main" id="{B47F3747-A9B1-A045-3CCC-984BB9C61EC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90C4A48-3670-D158-D1B3-6D9885B7941F}"/>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3670056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7F3A34-9349-AE29-84C2-7D06250D8987}"/>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3" name="Footer Placeholder 2">
            <a:extLst>
              <a:ext uri="{FF2B5EF4-FFF2-40B4-BE49-F238E27FC236}">
                <a16:creationId xmlns:a16="http://schemas.microsoft.com/office/drawing/2014/main" id="{C5B7E936-5ADD-091A-90CD-3C11F7B8B78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2B563D4-1C4C-D718-8586-67DB97F1C4DE}"/>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4033324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24CD5-DF66-A653-C890-64878C152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20DA53A-8B61-720E-E621-437EECA88E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9301CA-6769-C5D1-D1E2-BE42DF3A4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509962-D23C-D70D-AC65-1D1A80F9D78A}"/>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6" name="Footer Placeholder 5">
            <a:extLst>
              <a:ext uri="{FF2B5EF4-FFF2-40B4-BE49-F238E27FC236}">
                <a16:creationId xmlns:a16="http://schemas.microsoft.com/office/drawing/2014/main" id="{FCE202BC-76BD-D616-B8DA-7486B50B74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A20E06-494F-E6BB-2A74-A245534B0937}"/>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427941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91829-23BC-CF9B-53AA-46E5817676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E0B3AE5-B780-FBA6-2F5C-CD6358E23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A0F31BA-2314-6E9F-5814-EC9798F78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4DDDDA-DCCE-DC49-8B68-D58AB55CE6B7}"/>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6" name="Footer Placeholder 5">
            <a:extLst>
              <a:ext uri="{FF2B5EF4-FFF2-40B4-BE49-F238E27FC236}">
                <a16:creationId xmlns:a16="http://schemas.microsoft.com/office/drawing/2014/main" id="{F0B679A4-EE1F-907A-7BC6-009BB6EE03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7B62126-38EB-CDF8-23C6-790893E1839C}"/>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1502373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83709-CDC9-753D-2492-BB1EB88EAFE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2E3751-E4BC-A13D-7CFC-9E63831A6A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50E93-04E7-D7E2-BF29-EB38F8CB66B4}"/>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5" name="Footer Placeholder 4">
            <a:extLst>
              <a:ext uri="{FF2B5EF4-FFF2-40B4-BE49-F238E27FC236}">
                <a16:creationId xmlns:a16="http://schemas.microsoft.com/office/drawing/2014/main" id="{C97B92BB-7B79-222B-6073-74F129E26A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F37D4A-9641-637D-EE25-DF96A8DCAA88}"/>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612661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3B2E30-E068-082A-8CC4-44DF44F174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570868-15D2-D5A8-5178-5F32C76233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66E6CC-54F1-1E95-141A-5ED9119EEB65}"/>
              </a:ext>
            </a:extLst>
          </p:cNvPr>
          <p:cNvSpPr>
            <a:spLocks noGrp="1"/>
          </p:cNvSpPr>
          <p:nvPr>
            <p:ph type="dt" sz="half" idx="10"/>
          </p:nvPr>
        </p:nvSpPr>
        <p:spPr/>
        <p:txBody>
          <a:bodyPr/>
          <a:lstStyle/>
          <a:p>
            <a:fld id="{C458F5F5-1B8B-48E6-8C22-B468BAE11FCB}" type="datetimeFigureOut">
              <a:rPr lang="en-GB" smtClean="0"/>
              <a:t>13/04/2025</a:t>
            </a:fld>
            <a:endParaRPr lang="en-GB"/>
          </a:p>
        </p:txBody>
      </p:sp>
      <p:sp>
        <p:nvSpPr>
          <p:cNvPr id="5" name="Footer Placeholder 4">
            <a:extLst>
              <a:ext uri="{FF2B5EF4-FFF2-40B4-BE49-F238E27FC236}">
                <a16:creationId xmlns:a16="http://schemas.microsoft.com/office/drawing/2014/main" id="{AE1DB014-DECC-AA72-E566-60619BD57C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006826-10A6-E507-9DD4-420E4E71E0C7}"/>
              </a:ext>
            </a:extLst>
          </p:cNvPr>
          <p:cNvSpPr>
            <a:spLocks noGrp="1"/>
          </p:cNvSpPr>
          <p:nvPr>
            <p:ph type="sldNum" sz="quarter" idx="12"/>
          </p:nvPr>
        </p:nvSpPr>
        <p:spPr/>
        <p:txBody>
          <a:bodyPr/>
          <a:lstStyle/>
          <a:p>
            <a:fld id="{4A16F3D8-B5E2-44BB-8C71-E5231BAA0052}" type="slidenum">
              <a:rPr lang="en-GB" smtClean="0"/>
              <a:t>‹#›</a:t>
            </a:fld>
            <a:endParaRPr lang="en-GB"/>
          </a:p>
        </p:txBody>
      </p:sp>
    </p:spTree>
    <p:extLst>
      <p:ext uri="{BB962C8B-B14F-4D97-AF65-F5344CB8AC3E}">
        <p14:creationId xmlns:p14="http://schemas.microsoft.com/office/powerpoint/2010/main" val="1521958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554E2F-E72C-A6C2-92A3-496172574B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D36DD75-BACC-5325-D087-D18A20D6EF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EABBFF-F0B3-B144-8CA0-D8589377D5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58F5F5-1B8B-48E6-8C22-B468BAE11FCB}" type="datetimeFigureOut">
              <a:rPr lang="en-GB" smtClean="0"/>
              <a:t>13/04/2025</a:t>
            </a:fld>
            <a:endParaRPr lang="en-GB"/>
          </a:p>
        </p:txBody>
      </p:sp>
      <p:sp>
        <p:nvSpPr>
          <p:cNvPr id="5" name="Footer Placeholder 4">
            <a:extLst>
              <a:ext uri="{FF2B5EF4-FFF2-40B4-BE49-F238E27FC236}">
                <a16:creationId xmlns:a16="http://schemas.microsoft.com/office/drawing/2014/main" id="{BB105FFB-14DE-5916-0ECA-2F385245BC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0737864-D923-734A-A7A8-D519017DE0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16F3D8-B5E2-44BB-8C71-E5231BAA0052}" type="slidenum">
              <a:rPr lang="en-GB" smtClean="0"/>
              <a:t>‹#›</a:t>
            </a:fld>
            <a:endParaRPr lang="en-GB"/>
          </a:p>
        </p:txBody>
      </p:sp>
    </p:spTree>
    <p:extLst>
      <p:ext uri="{BB962C8B-B14F-4D97-AF65-F5344CB8AC3E}">
        <p14:creationId xmlns:p14="http://schemas.microsoft.com/office/powerpoint/2010/main" val="1915644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onplusrpg.blogspot.com/2013/06/a-volta-dos-jogos-de-tabuleiros.html?m=0"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ohiostate.pressbooks.pub/stratcommwriting/chapter/advertising-strategies/" TargetMode="External"/><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hyperlink" Target="https://pmc.ncbi.nlm.nih.gov/articles/PMC9216200/?utm_source" TargetMode="External"/><Relationship Id="rId3" Type="http://schemas.openxmlformats.org/officeDocument/2006/relationships/hyperlink" Target="https://pixabay.com/en/star-yellow-gold-circle-149464/" TargetMode="External"/><Relationship Id="rId7" Type="http://schemas.openxmlformats.org/officeDocument/2006/relationships/hyperlink" Target="https://www.sciencedirect.com/science/article/abs/pii/S0148296320306275" TargetMode="Externa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hyperlink" Target="https://www.bcg.com/publications/2024/loyalty-programs-customer-expectations-growing?utm_source" TargetMode="External"/><Relationship Id="rId5" Type="http://schemas.openxmlformats.org/officeDocument/2006/relationships/hyperlink" Target="https://pixabay.com/en/paper-pencil-writing-stationery-312111/" TargetMode="External"/><Relationship Id="rId4" Type="http://schemas.openxmlformats.org/officeDocument/2006/relationships/image" Target="../media/image6.png"/><Relationship Id="rId9" Type="http://schemas.openxmlformats.org/officeDocument/2006/relationships/hyperlink" Target="https://www.forbes.com/councils/forbesbusinessdevelopmentcouncil/2024/07/11/how-reviews-and-ratings-affect-clients-buying-decisions/?utm_sourc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ameblast.com.br/2021/04/jogatina-de-fds-177.html" TargetMode="External"/><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pixabay.com/en/star-yellow-gold-circle-149464/" TargetMode="External"/><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bcg.com/publications/2024/loyalty-programs-customer-expectations-growing?utm_source" TargetMode="External"/><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B34FC1-A174-EC5B-5C08-FF8E1CDDDB85}"/>
              </a:ext>
            </a:extLst>
          </p:cNvPr>
          <p:cNvSpPr txBox="1"/>
          <p:nvPr/>
        </p:nvSpPr>
        <p:spPr>
          <a:xfrm>
            <a:off x="638827" y="1345288"/>
            <a:ext cx="6150279" cy="4167423"/>
          </a:xfrm>
          <a:prstGeom prst="rect">
            <a:avLst/>
          </a:prstGeom>
          <a:solidFill>
            <a:schemeClr val="accent1">
              <a:lumMod val="20000"/>
              <a:lumOff val="80000"/>
            </a:schemeClr>
          </a:solidFill>
        </p:spPr>
        <p:txBody>
          <a:bodyPr wrap="square" rtlCol="0">
            <a:spAutoFit/>
          </a:bodyPr>
          <a:lstStyle/>
          <a:p>
            <a:pPr algn="ctr">
              <a:lnSpc>
                <a:spcPct val="150000"/>
              </a:lnSpc>
            </a:pPr>
            <a:r>
              <a:rPr lang="en-GB" sz="3600" dirty="0"/>
              <a:t>Using Predictive Modelling to Uncover Insights: </a:t>
            </a:r>
          </a:p>
          <a:p>
            <a:pPr algn="ctr">
              <a:lnSpc>
                <a:spcPct val="150000"/>
              </a:lnSpc>
            </a:pPr>
            <a:r>
              <a:rPr lang="en-GB" sz="3600" dirty="0"/>
              <a:t>Loyalty Points, Customer Segmentation, and Sentiment Analysis</a:t>
            </a:r>
          </a:p>
        </p:txBody>
      </p:sp>
      <p:pic>
        <p:nvPicPr>
          <p:cNvPr id="6" name="Picture 5" descr="A family playing a board game&#10;&#10;AI-generated content may be incorrect.">
            <a:extLst>
              <a:ext uri="{FF2B5EF4-FFF2-40B4-BE49-F238E27FC236}">
                <a16:creationId xmlns:a16="http://schemas.microsoft.com/office/drawing/2014/main" id="{CD649FBB-FD04-3A50-3C5A-F19D80ECFCB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27101" y="1859504"/>
            <a:ext cx="4754429" cy="3175959"/>
          </a:xfrm>
          <a:prstGeom prst="rect">
            <a:avLst/>
          </a:prstGeom>
          <a:effectLst>
            <a:softEdge rad="127000"/>
          </a:effectLst>
        </p:spPr>
      </p:pic>
    </p:spTree>
    <p:extLst>
      <p:ext uri="{BB962C8B-B14F-4D97-AF65-F5344CB8AC3E}">
        <p14:creationId xmlns:p14="http://schemas.microsoft.com/office/powerpoint/2010/main" val="891114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97AE63B-D353-8EAD-91A1-2260F6D476D0}"/>
              </a:ext>
            </a:extLst>
          </p:cNvPr>
          <p:cNvSpPr/>
          <p:nvPr/>
        </p:nvSpPr>
        <p:spPr>
          <a:xfrm>
            <a:off x="3415430" y="363256"/>
            <a:ext cx="5361139" cy="90187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What You Wanted To Know</a:t>
            </a:r>
          </a:p>
        </p:txBody>
      </p:sp>
      <p:sp>
        <p:nvSpPr>
          <p:cNvPr id="3" name="Rectangle: Rounded Corners 2">
            <a:extLst>
              <a:ext uri="{FF2B5EF4-FFF2-40B4-BE49-F238E27FC236}">
                <a16:creationId xmlns:a16="http://schemas.microsoft.com/office/drawing/2014/main" id="{73CCF46A-9F86-26FF-AEA8-9924184C87B4}"/>
              </a:ext>
            </a:extLst>
          </p:cNvPr>
          <p:cNvSpPr/>
          <p:nvPr/>
        </p:nvSpPr>
        <p:spPr>
          <a:xfrm>
            <a:off x="423798" y="1512060"/>
            <a:ext cx="6415413" cy="148166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1. How customers engage with and accumulate loyalty points and whether loyalty points are an important metric.</a:t>
            </a:r>
          </a:p>
        </p:txBody>
      </p:sp>
      <p:sp>
        <p:nvSpPr>
          <p:cNvPr id="4" name="Rectangle: Rounded Corners 3">
            <a:extLst>
              <a:ext uri="{FF2B5EF4-FFF2-40B4-BE49-F238E27FC236}">
                <a16:creationId xmlns:a16="http://schemas.microsoft.com/office/drawing/2014/main" id="{C7DE4E17-6F37-9CDF-AAC6-46347779C121}"/>
              </a:ext>
            </a:extLst>
          </p:cNvPr>
          <p:cNvSpPr/>
          <p:nvPr/>
        </p:nvSpPr>
        <p:spPr>
          <a:xfrm>
            <a:off x="436324" y="4540848"/>
            <a:ext cx="5361139" cy="90187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3. How customers can be segmented into groups.</a:t>
            </a:r>
          </a:p>
        </p:txBody>
      </p:sp>
      <p:sp>
        <p:nvSpPr>
          <p:cNvPr id="5" name="Rectangle: Rounded Corners 4">
            <a:extLst>
              <a:ext uri="{FF2B5EF4-FFF2-40B4-BE49-F238E27FC236}">
                <a16:creationId xmlns:a16="http://schemas.microsoft.com/office/drawing/2014/main" id="{C761CFFB-1F58-C449-E9C5-3FCC6FCBD64F}"/>
              </a:ext>
            </a:extLst>
          </p:cNvPr>
          <p:cNvSpPr/>
          <p:nvPr/>
        </p:nvSpPr>
        <p:spPr>
          <a:xfrm>
            <a:off x="423798" y="5622783"/>
            <a:ext cx="7943588" cy="901875"/>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4. How text data from customer reviews can be useful to the business.</a:t>
            </a:r>
          </a:p>
        </p:txBody>
      </p:sp>
      <p:sp>
        <p:nvSpPr>
          <p:cNvPr id="6" name="Rectangle: Rounded Corners 5">
            <a:extLst>
              <a:ext uri="{FF2B5EF4-FFF2-40B4-BE49-F238E27FC236}">
                <a16:creationId xmlns:a16="http://schemas.microsoft.com/office/drawing/2014/main" id="{AB5D86A0-4329-39AC-97E4-EB5DE00FC187}"/>
              </a:ext>
            </a:extLst>
          </p:cNvPr>
          <p:cNvSpPr/>
          <p:nvPr/>
        </p:nvSpPr>
        <p:spPr>
          <a:xfrm>
            <a:off x="436324" y="3148210"/>
            <a:ext cx="6415413" cy="121257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2. Whether descriptive statistics can provide insights into the suitability of the loyalty points data for predictive modelling.</a:t>
            </a:r>
          </a:p>
        </p:txBody>
      </p:sp>
      <p:sp>
        <p:nvSpPr>
          <p:cNvPr id="7" name="Arrow: Right 6">
            <a:extLst>
              <a:ext uri="{FF2B5EF4-FFF2-40B4-BE49-F238E27FC236}">
                <a16:creationId xmlns:a16="http://schemas.microsoft.com/office/drawing/2014/main" id="{8D2E49C2-429E-82E1-B711-2471B803268C}"/>
              </a:ext>
            </a:extLst>
          </p:cNvPr>
          <p:cNvSpPr/>
          <p:nvPr/>
        </p:nvSpPr>
        <p:spPr>
          <a:xfrm>
            <a:off x="7866345" y="3148210"/>
            <a:ext cx="3018773" cy="901874"/>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66031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96BEBDC-0235-E9F6-B9F2-398559806CA1}"/>
              </a:ext>
            </a:extLst>
          </p:cNvPr>
          <p:cNvSpPr/>
          <p:nvPr/>
        </p:nvSpPr>
        <p:spPr>
          <a:xfrm>
            <a:off x="198329" y="975628"/>
            <a:ext cx="3622109" cy="145442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a:solidFill>
                  <a:schemeClr val="tx1"/>
                </a:solidFill>
              </a:rPr>
              <a:t>Inform marketing campaigns</a:t>
            </a:r>
          </a:p>
        </p:txBody>
      </p:sp>
      <p:sp>
        <p:nvSpPr>
          <p:cNvPr id="3" name="Rectangle: Rounded Corners 2">
            <a:extLst>
              <a:ext uri="{FF2B5EF4-FFF2-40B4-BE49-F238E27FC236}">
                <a16:creationId xmlns:a16="http://schemas.microsoft.com/office/drawing/2014/main" id="{0023E72D-095E-2C16-9240-F1BC34BB61F7}"/>
              </a:ext>
            </a:extLst>
          </p:cNvPr>
          <p:cNvSpPr/>
          <p:nvPr/>
        </p:nvSpPr>
        <p:spPr>
          <a:xfrm>
            <a:off x="4372628" y="975628"/>
            <a:ext cx="3712924" cy="145442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a:solidFill>
                  <a:schemeClr val="tx1"/>
                </a:solidFill>
              </a:rPr>
              <a:t>Make improvements to the business</a:t>
            </a:r>
          </a:p>
        </p:txBody>
      </p:sp>
      <p:sp>
        <p:nvSpPr>
          <p:cNvPr id="4" name="Rectangle: Rounded Corners 3">
            <a:extLst>
              <a:ext uri="{FF2B5EF4-FFF2-40B4-BE49-F238E27FC236}">
                <a16:creationId xmlns:a16="http://schemas.microsoft.com/office/drawing/2014/main" id="{9C4DB607-BC87-8D36-773A-0DB33EE45ACA}"/>
              </a:ext>
            </a:extLst>
          </p:cNvPr>
          <p:cNvSpPr/>
          <p:nvPr/>
        </p:nvSpPr>
        <p:spPr>
          <a:xfrm>
            <a:off x="8637742" y="975628"/>
            <a:ext cx="3243195" cy="145442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a:solidFill>
                  <a:schemeClr val="tx1"/>
                </a:solidFill>
              </a:rPr>
              <a:t>Improve sales performance</a:t>
            </a:r>
          </a:p>
        </p:txBody>
      </p:sp>
      <p:pic>
        <p:nvPicPr>
          <p:cNvPr id="6" name="Picture 5" descr="A hand holding a megaphone&#10;&#10;AI-generated content may be incorrect.">
            <a:extLst>
              <a:ext uri="{FF2B5EF4-FFF2-40B4-BE49-F238E27FC236}">
                <a16:creationId xmlns:a16="http://schemas.microsoft.com/office/drawing/2014/main" id="{966D03AE-ED64-9DE5-8840-F02397593FE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063" y="2793303"/>
            <a:ext cx="3345718" cy="3457186"/>
          </a:xfrm>
          <a:prstGeom prst="rect">
            <a:avLst/>
          </a:prstGeom>
        </p:spPr>
      </p:pic>
      <p:pic>
        <p:nvPicPr>
          <p:cNvPr id="1026" name="Picture 2" descr="How To Run a Strategy Meeting: Your Ultimate Guide">
            <a:extLst>
              <a:ext uri="{FF2B5EF4-FFF2-40B4-BE49-F238E27FC236}">
                <a16:creationId xmlns:a16="http://schemas.microsoft.com/office/drawing/2014/main" id="{2F48C631-83FB-CDB9-4890-593049765E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3694" y="3339655"/>
            <a:ext cx="3858016" cy="21701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442,800+ Person Online Shopping Stock Photos, Pictures &amp; Royalty-Free  Images - iStock | Older person online shopping, Young person online  shopping, Old person online shopping">
            <a:extLst>
              <a:ext uri="{FF2B5EF4-FFF2-40B4-BE49-F238E27FC236}">
                <a16:creationId xmlns:a16="http://schemas.microsoft.com/office/drawing/2014/main" id="{D798862F-5E42-8DBD-DE10-C4EF63921C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5736" y="3339656"/>
            <a:ext cx="3255201" cy="2170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81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F2EEB0F-D183-456F-AEBA-BDFDBD8AB9D6}"/>
              </a:ext>
            </a:extLst>
          </p:cNvPr>
          <p:cNvSpPr/>
          <p:nvPr/>
        </p:nvSpPr>
        <p:spPr>
          <a:xfrm>
            <a:off x="3415430" y="225470"/>
            <a:ext cx="5361139" cy="90187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Context of the problem</a:t>
            </a:r>
          </a:p>
        </p:txBody>
      </p:sp>
      <p:pic>
        <p:nvPicPr>
          <p:cNvPr id="4" name="Picture 3" descr="A gold star on a black background&#10;&#10;AI-generated content may be incorrect.">
            <a:extLst>
              <a:ext uri="{FF2B5EF4-FFF2-40B4-BE49-F238E27FC236}">
                <a16:creationId xmlns:a16="http://schemas.microsoft.com/office/drawing/2014/main" id="{EDDDC635-9F43-888A-1063-BF6C7731EFA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33808" y="1574103"/>
            <a:ext cx="1219200" cy="1219200"/>
          </a:xfrm>
          <a:prstGeom prst="rect">
            <a:avLst/>
          </a:prstGeom>
        </p:spPr>
      </p:pic>
      <p:pic>
        <p:nvPicPr>
          <p:cNvPr id="6" name="Picture 5" descr="A pencil on a piece of paper&#10;&#10;AI-generated content may be incorrect.">
            <a:extLst>
              <a:ext uri="{FF2B5EF4-FFF2-40B4-BE49-F238E27FC236}">
                <a16:creationId xmlns:a16="http://schemas.microsoft.com/office/drawing/2014/main" id="{10574290-BE35-CA47-5414-C92BD7D2A4D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559452" y="1499631"/>
            <a:ext cx="1398740" cy="1368143"/>
          </a:xfrm>
          <a:prstGeom prst="rect">
            <a:avLst/>
          </a:prstGeom>
        </p:spPr>
      </p:pic>
      <p:sp>
        <p:nvSpPr>
          <p:cNvPr id="8" name="Rectangle 7">
            <a:extLst>
              <a:ext uri="{FF2B5EF4-FFF2-40B4-BE49-F238E27FC236}">
                <a16:creationId xmlns:a16="http://schemas.microsoft.com/office/drawing/2014/main" id="{24A6F04B-10F1-7E8E-D51A-CC6BB7A247FE}"/>
              </a:ext>
            </a:extLst>
          </p:cNvPr>
          <p:cNvSpPr/>
          <p:nvPr/>
        </p:nvSpPr>
        <p:spPr>
          <a:xfrm>
            <a:off x="663879" y="3144416"/>
            <a:ext cx="4359058" cy="1840564"/>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As competition increases, consumers </a:t>
            </a:r>
            <a:r>
              <a:rPr lang="en-GB" b="1" dirty="0">
                <a:solidFill>
                  <a:schemeClr val="tx1"/>
                </a:solidFill>
              </a:rPr>
              <a:t>expect more </a:t>
            </a:r>
            <a:r>
              <a:rPr lang="en-GB" dirty="0">
                <a:solidFill>
                  <a:schemeClr val="tx1"/>
                </a:solidFill>
              </a:rPr>
              <a:t>of loyalty programs and now want more </a:t>
            </a:r>
            <a:r>
              <a:rPr lang="en-GB" b="1" dirty="0">
                <a:solidFill>
                  <a:schemeClr val="tx1"/>
                </a:solidFill>
              </a:rPr>
              <a:t>personalised rewards.</a:t>
            </a:r>
          </a:p>
          <a:p>
            <a:pPr algn="ctr"/>
            <a:endParaRPr lang="en-GB" b="1" dirty="0">
              <a:solidFill>
                <a:schemeClr val="tx1"/>
              </a:solidFill>
            </a:endParaRPr>
          </a:p>
          <a:p>
            <a:pPr algn="ctr"/>
            <a:r>
              <a:rPr lang="en-GB" sz="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6"/>
              </a:rPr>
              <a:t>https://www.bcg.com/publications/2024/loyalty-programs-customer-expectations-growing?utm_source</a:t>
            </a:r>
            <a:endParaRPr lang="en-GB" sz="700" dirty="0">
              <a:solidFill>
                <a:schemeClr val="tx1"/>
              </a:solidFill>
            </a:endParaRPr>
          </a:p>
        </p:txBody>
      </p:sp>
      <p:sp>
        <p:nvSpPr>
          <p:cNvPr id="10" name="Rectangle 9">
            <a:extLst>
              <a:ext uri="{FF2B5EF4-FFF2-40B4-BE49-F238E27FC236}">
                <a16:creationId xmlns:a16="http://schemas.microsoft.com/office/drawing/2014/main" id="{6ED7F84F-3EDB-2496-8449-61F7C15C4A7C}"/>
              </a:ext>
            </a:extLst>
          </p:cNvPr>
          <p:cNvSpPr/>
          <p:nvPr/>
        </p:nvSpPr>
        <p:spPr>
          <a:xfrm>
            <a:off x="674319" y="5158637"/>
            <a:ext cx="5361138" cy="1534438"/>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For most companies, the ability to </a:t>
            </a:r>
            <a:r>
              <a:rPr lang="en-GB" b="1" dirty="0">
                <a:solidFill>
                  <a:schemeClr val="tx1"/>
                </a:solidFill>
              </a:rPr>
              <a:t>maintain long term relationships </a:t>
            </a:r>
            <a:r>
              <a:rPr lang="en-GB" dirty="0">
                <a:solidFill>
                  <a:schemeClr val="tx1"/>
                </a:solidFill>
              </a:rPr>
              <a:t>with customers who repeatedly buy products is crucial for </a:t>
            </a:r>
            <a:r>
              <a:rPr lang="en-GB" b="1" dirty="0">
                <a:solidFill>
                  <a:schemeClr val="tx1"/>
                </a:solidFill>
              </a:rPr>
              <a:t>business growth</a:t>
            </a:r>
            <a:r>
              <a:rPr lang="en-GB" dirty="0">
                <a:solidFill>
                  <a:schemeClr val="tx1"/>
                </a:solidFill>
              </a:rPr>
              <a:t>.</a:t>
            </a:r>
          </a:p>
          <a:p>
            <a:pPr algn="ctr"/>
            <a:endParaRPr lang="en-GB" dirty="0">
              <a:solidFill>
                <a:schemeClr val="tx1"/>
              </a:solidFill>
            </a:endParaRPr>
          </a:p>
          <a:p>
            <a:pPr algn="ctr"/>
            <a:r>
              <a:rPr lang="en-GB" sz="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7"/>
              </a:rPr>
              <a:t>https://www.sciencedirect.com/science/article/abs/pii/S0148296320306275</a:t>
            </a:r>
            <a:endParaRPr lang="en-GB" sz="700" dirty="0">
              <a:solidFill>
                <a:schemeClr val="tx1"/>
              </a:solidFill>
            </a:endParaRPr>
          </a:p>
        </p:txBody>
      </p:sp>
      <p:sp>
        <p:nvSpPr>
          <p:cNvPr id="12" name="Rectangle 11">
            <a:extLst>
              <a:ext uri="{FF2B5EF4-FFF2-40B4-BE49-F238E27FC236}">
                <a16:creationId xmlns:a16="http://schemas.microsoft.com/office/drawing/2014/main" id="{EA523F49-ABFB-9971-57ED-3040720F819A}"/>
              </a:ext>
            </a:extLst>
          </p:cNvPr>
          <p:cNvSpPr/>
          <p:nvPr/>
        </p:nvSpPr>
        <p:spPr>
          <a:xfrm>
            <a:off x="6235876" y="5004277"/>
            <a:ext cx="5778675" cy="1688798"/>
          </a:xfrm>
          <a:prstGeom prst="rect">
            <a:avLst/>
          </a:prstGeom>
          <a:solidFill>
            <a:srgbClr val="F5DB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Negative reviews can have a big impact:</a:t>
            </a:r>
          </a:p>
          <a:p>
            <a:pPr algn="ctr"/>
            <a:r>
              <a:rPr lang="en-GB" dirty="0">
                <a:solidFill>
                  <a:schemeClr val="tx1"/>
                </a:solidFill>
              </a:rPr>
              <a:t>In the research paper, “The Impact of Online Reviews on Consumers’ Purchasing Decisions”, results showed that “consumers attention to negative comments was significantly greater than that to positive comments.”</a:t>
            </a:r>
          </a:p>
          <a:p>
            <a:pPr algn="ctr"/>
            <a:r>
              <a:rPr lang="en-GB" sz="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8"/>
              </a:rPr>
              <a:t>https://pmc.ncbi.nlm.nih.gov/articles/PMC9216200/?utm_source</a:t>
            </a:r>
            <a:endParaRPr lang="en-GB" sz="700" dirty="0">
              <a:solidFill>
                <a:schemeClr val="tx1"/>
              </a:solidFill>
            </a:endParaRPr>
          </a:p>
        </p:txBody>
      </p:sp>
      <p:sp>
        <p:nvSpPr>
          <p:cNvPr id="15" name="Rectangle 14">
            <a:extLst>
              <a:ext uri="{FF2B5EF4-FFF2-40B4-BE49-F238E27FC236}">
                <a16:creationId xmlns:a16="http://schemas.microsoft.com/office/drawing/2014/main" id="{AFC4EF76-A63A-A76C-8D6F-6A883729AC18}"/>
              </a:ext>
            </a:extLst>
          </p:cNvPr>
          <p:cNvSpPr/>
          <p:nvPr/>
        </p:nvSpPr>
        <p:spPr>
          <a:xfrm>
            <a:off x="6444644" y="3366524"/>
            <a:ext cx="5361138" cy="1295273"/>
          </a:xfrm>
          <a:prstGeom prst="rect">
            <a:avLst/>
          </a:prstGeom>
          <a:solidFill>
            <a:srgbClr val="F5DB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Up to </a:t>
            </a:r>
            <a:r>
              <a:rPr lang="en-GB" b="1" dirty="0">
                <a:solidFill>
                  <a:schemeClr val="tx1"/>
                </a:solidFill>
              </a:rPr>
              <a:t>98%</a:t>
            </a:r>
            <a:r>
              <a:rPr lang="en-GB" dirty="0">
                <a:solidFill>
                  <a:schemeClr val="tx1"/>
                </a:solidFill>
              </a:rPr>
              <a:t> of consumers read reviews before purchasing a product.</a:t>
            </a:r>
          </a:p>
          <a:p>
            <a:pPr algn="ctr"/>
            <a:r>
              <a:rPr lang="en-GB" sz="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9"/>
              </a:rPr>
              <a:t>https://www.forbes.com/councils/forbesbusinessdevelopmentcouncil/2024/07/11/how-reviews-and-ratings-affect-clients-buying-decisions/?utm_source</a:t>
            </a:r>
            <a:endParaRPr lang="en-GB" sz="700" dirty="0">
              <a:solidFill>
                <a:schemeClr val="tx1"/>
              </a:solidFill>
            </a:endParaRPr>
          </a:p>
        </p:txBody>
      </p:sp>
    </p:spTree>
    <p:extLst>
      <p:ext uri="{BB962C8B-B14F-4D97-AF65-F5344CB8AC3E}">
        <p14:creationId xmlns:p14="http://schemas.microsoft.com/office/powerpoint/2010/main" val="229323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F7FA726-DB8F-05AA-1622-9BA3BEDDC03B}"/>
              </a:ext>
            </a:extLst>
          </p:cNvPr>
          <p:cNvSpPr/>
          <p:nvPr/>
        </p:nvSpPr>
        <p:spPr>
          <a:xfrm>
            <a:off x="3415430" y="363256"/>
            <a:ext cx="5361139" cy="90187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Why use predictive models?</a:t>
            </a:r>
          </a:p>
        </p:txBody>
      </p:sp>
      <p:sp>
        <p:nvSpPr>
          <p:cNvPr id="3" name="Rectangle: Rounded Corners 2">
            <a:extLst>
              <a:ext uri="{FF2B5EF4-FFF2-40B4-BE49-F238E27FC236}">
                <a16:creationId xmlns:a16="http://schemas.microsoft.com/office/drawing/2014/main" id="{FF5ED63F-52EF-A732-426B-D5CE178B4B6F}"/>
              </a:ext>
            </a:extLst>
          </p:cNvPr>
          <p:cNvSpPr/>
          <p:nvPr/>
        </p:nvSpPr>
        <p:spPr>
          <a:xfrm>
            <a:off x="466071" y="1547715"/>
            <a:ext cx="10444098" cy="1292986"/>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1. We can predict the loyalty of a customer given their demographics or spending scores enabling you to </a:t>
            </a:r>
            <a:r>
              <a:rPr lang="en-GB" b="1" dirty="0">
                <a:solidFill>
                  <a:schemeClr val="tx1"/>
                </a:solidFill>
              </a:rPr>
              <a:t>target marketing</a:t>
            </a:r>
            <a:r>
              <a:rPr lang="en-GB" dirty="0">
                <a:solidFill>
                  <a:schemeClr val="tx1"/>
                </a:solidFill>
              </a:rPr>
              <a:t> towards certain groups of customers.</a:t>
            </a:r>
          </a:p>
        </p:txBody>
      </p:sp>
      <p:sp>
        <p:nvSpPr>
          <p:cNvPr id="4" name="Rectangle: Rounded Corners 3">
            <a:extLst>
              <a:ext uri="{FF2B5EF4-FFF2-40B4-BE49-F238E27FC236}">
                <a16:creationId xmlns:a16="http://schemas.microsoft.com/office/drawing/2014/main" id="{6D03C120-D016-579C-329F-7BE9C7E17E5A}"/>
              </a:ext>
            </a:extLst>
          </p:cNvPr>
          <p:cNvSpPr/>
          <p:nvPr/>
        </p:nvSpPr>
        <p:spPr>
          <a:xfrm>
            <a:off x="466072" y="3095235"/>
            <a:ext cx="10444098" cy="1063406"/>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2. Provide </a:t>
            </a:r>
            <a:r>
              <a:rPr lang="en-GB" b="1" dirty="0">
                <a:solidFill>
                  <a:schemeClr val="tx1"/>
                </a:solidFill>
              </a:rPr>
              <a:t>personalised marketing and rewards</a:t>
            </a:r>
            <a:r>
              <a:rPr lang="en-GB" dirty="0">
                <a:solidFill>
                  <a:schemeClr val="tx1"/>
                </a:solidFill>
              </a:rPr>
              <a:t> to customers who fit into certain spending groups.</a:t>
            </a:r>
          </a:p>
        </p:txBody>
      </p:sp>
      <p:sp>
        <p:nvSpPr>
          <p:cNvPr id="5" name="Rectangle: Rounded Corners 4">
            <a:extLst>
              <a:ext uri="{FF2B5EF4-FFF2-40B4-BE49-F238E27FC236}">
                <a16:creationId xmlns:a16="http://schemas.microsoft.com/office/drawing/2014/main" id="{237FD4B7-AC74-1A2C-51D4-E8E6C0650D98}"/>
              </a:ext>
            </a:extLst>
          </p:cNvPr>
          <p:cNvSpPr/>
          <p:nvPr/>
        </p:nvSpPr>
        <p:spPr>
          <a:xfrm>
            <a:off x="466071" y="4453183"/>
            <a:ext cx="5796943" cy="171420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3. Better understand customer sentiment to </a:t>
            </a:r>
            <a:r>
              <a:rPr lang="en-GB" b="1" dirty="0">
                <a:solidFill>
                  <a:schemeClr val="tx1"/>
                </a:solidFill>
              </a:rPr>
              <a:t>identify which customers to target to improve their perception </a:t>
            </a:r>
            <a:r>
              <a:rPr lang="en-GB" dirty="0">
                <a:solidFill>
                  <a:schemeClr val="tx1"/>
                </a:solidFill>
              </a:rPr>
              <a:t>of Turtle Games.</a:t>
            </a:r>
          </a:p>
        </p:txBody>
      </p:sp>
      <p:pic>
        <p:nvPicPr>
          <p:cNvPr id="7" name="Picture 6" descr="A group of people playing video games&#10;&#10;AI-generated content may be incorrect.">
            <a:extLst>
              <a:ext uri="{FF2B5EF4-FFF2-40B4-BE49-F238E27FC236}">
                <a16:creationId xmlns:a16="http://schemas.microsoft.com/office/drawing/2014/main" id="{2E8C3B6E-5226-0D24-E8D9-738E641CD59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84772" y="4305410"/>
            <a:ext cx="3650189" cy="2429657"/>
          </a:xfrm>
          <a:prstGeom prst="rect">
            <a:avLst/>
          </a:prstGeom>
          <a:effectLst>
            <a:softEdge rad="127000"/>
          </a:effectLst>
        </p:spPr>
      </p:pic>
    </p:spTree>
    <p:extLst>
      <p:ext uri="{BB962C8B-B14F-4D97-AF65-F5344CB8AC3E}">
        <p14:creationId xmlns:p14="http://schemas.microsoft.com/office/powerpoint/2010/main" val="20229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7E38AB5-63E6-8A3A-A8FA-9DDB917D1B14}"/>
              </a:ext>
            </a:extLst>
          </p:cNvPr>
          <p:cNvSpPr/>
          <p:nvPr/>
        </p:nvSpPr>
        <p:spPr>
          <a:xfrm>
            <a:off x="521920" y="2251553"/>
            <a:ext cx="3210836"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1: </a:t>
            </a:r>
          </a:p>
          <a:p>
            <a:pPr algn="ctr"/>
            <a:r>
              <a:rPr lang="en-GB" sz="2000" b="1" dirty="0">
                <a:solidFill>
                  <a:schemeClr val="tx1"/>
                </a:solidFill>
              </a:rPr>
              <a:t>Is the loyalty points data useful and what insights can it provide about customer loyalty behaviour?</a:t>
            </a:r>
          </a:p>
        </p:txBody>
      </p:sp>
      <p:sp>
        <p:nvSpPr>
          <p:cNvPr id="3" name="Rectangle: Rounded Corners 2">
            <a:extLst>
              <a:ext uri="{FF2B5EF4-FFF2-40B4-BE49-F238E27FC236}">
                <a16:creationId xmlns:a16="http://schemas.microsoft.com/office/drawing/2014/main" id="{8FDDA439-12C5-C211-8172-DAEFE433A186}"/>
              </a:ext>
            </a:extLst>
          </p:cNvPr>
          <p:cNvSpPr/>
          <p:nvPr/>
        </p:nvSpPr>
        <p:spPr>
          <a:xfrm>
            <a:off x="4685257" y="2251553"/>
            <a:ext cx="2969711"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2: </a:t>
            </a:r>
          </a:p>
          <a:p>
            <a:pPr algn="ctr"/>
            <a:r>
              <a:rPr lang="en-GB" sz="2000" b="1" dirty="0">
                <a:solidFill>
                  <a:schemeClr val="tx1"/>
                </a:solidFill>
              </a:rPr>
              <a:t>How can customers be segmented into groups?</a:t>
            </a:r>
          </a:p>
        </p:txBody>
      </p:sp>
      <p:sp>
        <p:nvSpPr>
          <p:cNvPr id="4" name="Rectangle: Rounded Corners 3">
            <a:extLst>
              <a:ext uri="{FF2B5EF4-FFF2-40B4-BE49-F238E27FC236}">
                <a16:creationId xmlns:a16="http://schemas.microsoft.com/office/drawing/2014/main" id="{5137D672-CC2B-DF2B-E7CB-E78D4674D5C1}"/>
              </a:ext>
            </a:extLst>
          </p:cNvPr>
          <p:cNvSpPr/>
          <p:nvPr/>
        </p:nvSpPr>
        <p:spPr>
          <a:xfrm>
            <a:off x="8607470" y="2251553"/>
            <a:ext cx="3210836"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3:</a:t>
            </a:r>
          </a:p>
          <a:p>
            <a:pPr algn="ctr"/>
            <a:r>
              <a:rPr lang="en-GB" sz="2000" b="1" dirty="0">
                <a:solidFill>
                  <a:schemeClr val="tx1"/>
                </a:solidFill>
              </a:rPr>
              <a:t>What insights can be gained by analysing customer sentiment from reviews?</a:t>
            </a:r>
          </a:p>
        </p:txBody>
      </p:sp>
      <p:sp>
        <p:nvSpPr>
          <p:cNvPr id="5" name="Arrow: Right 4">
            <a:extLst>
              <a:ext uri="{FF2B5EF4-FFF2-40B4-BE49-F238E27FC236}">
                <a16:creationId xmlns:a16="http://schemas.microsoft.com/office/drawing/2014/main" id="{7504593E-08ED-E061-DE32-AC54E012DA20}"/>
              </a:ext>
            </a:extLst>
          </p:cNvPr>
          <p:cNvSpPr/>
          <p:nvPr/>
        </p:nvSpPr>
        <p:spPr>
          <a:xfrm>
            <a:off x="3883329" y="3203530"/>
            <a:ext cx="726509" cy="45093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1CE23E80-2E38-35E1-B18F-603C19A82C15}"/>
              </a:ext>
            </a:extLst>
          </p:cNvPr>
          <p:cNvSpPr/>
          <p:nvPr/>
        </p:nvSpPr>
        <p:spPr>
          <a:xfrm>
            <a:off x="7778915" y="3203530"/>
            <a:ext cx="726509" cy="45093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E31350D-4CDF-7BDE-398F-BC7D3D3DA4E0}"/>
              </a:ext>
            </a:extLst>
          </p:cNvPr>
          <p:cNvSpPr/>
          <p:nvPr/>
        </p:nvSpPr>
        <p:spPr>
          <a:xfrm>
            <a:off x="127084" y="1562621"/>
            <a:ext cx="3993979" cy="3773467"/>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9273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8CD8B08-C602-30F0-55EC-4373F6815DC3}"/>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pPr>
            <a:r>
              <a:rPr lang="en-GB" sz="2400" b="1" dirty="0">
                <a:solidFill>
                  <a:schemeClr val="tx1"/>
                </a:solidFill>
              </a:rPr>
              <a:t>The distribution of loyalty points is very skewed.</a:t>
            </a:r>
          </a:p>
          <a:p>
            <a:pPr algn="ctr"/>
            <a:r>
              <a:rPr lang="en-GB" sz="2000" i="1" dirty="0">
                <a:solidFill>
                  <a:schemeClr val="tx1"/>
                </a:solidFill>
              </a:rPr>
              <a:t>Most customers have loyalty points less than 2000.</a:t>
            </a:r>
          </a:p>
        </p:txBody>
      </p:sp>
      <p:pic>
        <p:nvPicPr>
          <p:cNvPr id="4" name="Picture 3" descr="A graph with a line going up&#10;&#10;AI-generated content may be incorrect.">
            <a:extLst>
              <a:ext uri="{FF2B5EF4-FFF2-40B4-BE49-F238E27FC236}">
                <a16:creationId xmlns:a16="http://schemas.microsoft.com/office/drawing/2014/main" id="{8B702D6D-AEA9-6E87-CFF8-5A9B0209D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790" y="1464858"/>
            <a:ext cx="9061722" cy="5393142"/>
          </a:xfrm>
          <a:prstGeom prst="rect">
            <a:avLst/>
          </a:prstGeom>
        </p:spPr>
      </p:pic>
      <p:sp>
        <p:nvSpPr>
          <p:cNvPr id="9" name="Oval 8">
            <a:extLst>
              <a:ext uri="{FF2B5EF4-FFF2-40B4-BE49-F238E27FC236}">
                <a16:creationId xmlns:a16="http://schemas.microsoft.com/office/drawing/2014/main" id="{6AF17438-1AF0-E967-EE19-8056B77AF595}"/>
              </a:ext>
            </a:extLst>
          </p:cNvPr>
          <p:cNvSpPr/>
          <p:nvPr/>
        </p:nvSpPr>
        <p:spPr>
          <a:xfrm>
            <a:off x="3382031" y="5461349"/>
            <a:ext cx="5817481" cy="13966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AA3FFA2-CB4C-D441-8EC7-19F7749C7435}"/>
              </a:ext>
            </a:extLst>
          </p:cNvPr>
          <p:cNvSpPr/>
          <p:nvPr/>
        </p:nvSpPr>
        <p:spPr>
          <a:xfrm>
            <a:off x="5999970" y="3695178"/>
            <a:ext cx="2845495" cy="1252603"/>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Only a small amount of your customers have higher loyalty points</a:t>
            </a:r>
          </a:p>
        </p:txBody>
      </p:sp>
      <p:sp>
        <p:nvSpPr>
          <p:cNvPr id="11" name="Rectangle 10">
            <a:extLst>
              <a:ext uri="{FF2B5EF4-FFF2-40B4-BE49-F238E27FC236}">
                <a16:creationId xmlns:a16="http://schemas.microsoft.com/office/drawing/2014/main" id="{50B59E8A-B57F-DDA9-3324-100FBB9EE253}"/>
              </a:ext>
            </a:extLst>
          </p:cNvPr>
          <p:cNvSpPr/>
          <p:nvPr/>
        </p:nvSpPr>
        <p:spPr>
          <a:xfrm>
            <a:off x="9396611" y="1464859"/>
            <a:ext cx="2532339" cy="383365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b="1" dirty="0">
                <a:solidFill>
                  <a:schemeClr val="tx1"/>
                </a:solidFill>
              </a:rPr>
              <a:t>Descriptive statistics</a:t>
            </a:r>
          </a:p>
          <a:p>
            <a:pPr algn="ctr">
              <a:lnSpc>
                <a:spcPct val="150000"/>
              </a:lnSpc>
            </a:pPr>
            <a:endParaRPr lang="en-GB" b="1" dirty="0">
              <a:solidFill>
                <a:schemeClr val="tx1"/>
              </a:solidFill>
            </a:endParaRPr>
          </a:p>
          <a:p>
            <a:pPr marL="285750" indent="-285750" algn="ctr">
              <a:lnSpc>
                <a:spcPct val="150000"/>
              </a:lnSpc>
              <a:buFont typeface="Arial" panose="020B0604020202020204" pitchFamily="34" charset="0"/>
              <a:buChar char="•"/>
            </a:pPr>
            <a:r>
              <a:rPr lang="en-GB" dirty="0">
                <a:solidFill>
                  <a:schemeClr val="tx1"/>
                </a:solidFill>
              </a:rPr>
              <a:t>Highly skewed</a:t>
            </a:r>
          </a:p>
          <a:p>
            <a:pPr marL="285750" indent="-285750" algn="ctr">
              <a:lnSpc>
                <a:spcPct val="150000"/>
              </a:lnSpc>
              <a:buFont typeface="Arial" panose="020B0604020202020204" pitchFamily="34" charset="0"/>
              <a:buChar char="•"/>
            </a:pPr>
            <a:r>
              <a:rPr lang="en-GB" dirty="0">
                <a:solidFill>
                  <a:schemeClr val="tx1"/>
                </a:solidFill>
              </a:rPr>
              <a:t>Not normally distributed</a:t>
            </a:r>
          </a:p>
          <a:p>
            <a:pPr marL="285750" indent="-285750" algn="ctr">
              <a:lnSpc>
                <a:spcPct val="150000"/>
              </a:lnSpc>
              <a:buFont typeface="Arial" panose="020B0604020202020204" pitchFamily="34" charset="0"/>
              <a:buChar char="•"/>
            </a:pPr>
            <a:r>
              <a:rPr lang="en-GB" dirty="0">
                <a:solidFill>
                  <a:schemeClr val="tx1"/>
                </a:solidFill>
              </a:rPr>
              <a:t>The median is 1187 but the range is 6822.</a:t>
            </a:r>
          </a:p>
        </p:txBody>
      </p:sp>
      <p:sp>
        <p:nvSpPr>
          <p:cNvPr id="12" name="Rectangle 11">
            <a:extLst>
              <a:ext uri="{FF2B5EF4-FFF2-40B4-BE49-F238E27FC236}">
                <a16:creationId xmlns:a16="http://schemas.microsoft.com/office/drawing/2014/main" id="{29A861EB-8714-0C30-1D38-380CE65632D0}"/>
              </a:ext>
            </a:extLst>
          </p:cNvPr>
          <p:cNvSpPr/>
          <p:nvPr/>
        </p:nvSpPr>
        <p:spPr>
          <a:xfrm>
            <a:off x="9396611" y="5473875"/>
            <a:ext cx="2532339" cy="12651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But we can still create useful predictive models!</a:t>
            </a:r>
          </a:p>
        </p:txBody>
      </p:sp>
    </p:spTree>
    <p:extLst>
      <p:ext uri="{BB962C8B-B14F-4D97-AF65-F5344CB8AC3E}">
        <p14:creationId xmlns:p14="http://schemas.microsoft.com/office/powerpoint/2010/main" val="2590765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blue and brown rectangles&#10;&#10;AI-generated content may be incorrect.">
            <a:extLst>
              <a:ext uri="{FF2B5EF4-FFF2-40B4-BE49-F238E27FC236}">
                <a16:creationId xmlns:a16="http://schemas.microsoft.com/office/drawing/2014/main" id="{446C7644-60C2-0B42-B400-6696A2639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6964" y="1437717"/>
            <a:ext cx="9098072" cy="5420283"/>
          </a:xfrm>
          <a:prstGeom prst="rect">
            <a:avLst/>
          </a:prstGeom>
        </p:spPr>
      </p:pic>
      <p:sp>
        <p:nvSpPr>
          <p:cNvPr id="3" name="Rectangle: Rounded Corners 2">
            <a:extLst>
              <a:ext uri="{FF2B5EF4-FFF2-40B4-BE49-F238E27FC236}">
                <a16:creationId xmlns:a16="http://schemas.microsoft.com/office/drawing/2014/main" id="{EB801F93-2642-04B3-BD21-F29E7E7AFD14}"/>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pPr>
            <a:r>
              <a:rPr lang="en-GB" sz="2400" b="1" dirty="0">
                <a:solidFill>
                  <a:schemeClr val="tx1"/>
                </a:solidFill>
              </a:rPr>
              <a:t>The distribution of loyalty points is very skewed.</a:t>
            </a:r>
          </a:p>
          <a:p>
            <a:pPr algn="ctr"/>
            <a:r>
              <a:rPr lang="en-GB" sz="2000" i="1" dirty="0">
                <a:solidFill>
                  <a:schemeClr val="tx1"/>
                </a:solidFill>
              </a:rPr>
              <a:t>Most customers have loyalty points less than 2000.</a:t>
            </a:r>
          </a:p>
        </p:txBody>
      </p:sp>
      <p:sp>
        <p:nvSpPr>
          <p:cNvPr id="4" name="TextBox 3">
            <a:extLst>
              <a:ext uri="{FF2B5EF4-FFF2-40B4-BE49-F238E27FC236}">
                <a16:creationId xmlns:a16="http://schemas.microsoft.com/office/drawing/2014/main" id="{2F5E8F94-6CBB-FE90-6F78-294E5A051E0E}"/>
              </a:ext>
            </a:extLst>
          </p:cNvPr>
          <p:cNvSpPr txBox="1"/>
          <p:nvPr/>
        </p:nvSpPr>
        <p:spPr>
          <a:xfrm>
            <a:off x="3645074" y="3620022"/>
            <a:ext cx="1102290" cy="461665"/>
          </a:xfrm>
          <a:prstGeom prst="rect">
            <a:avLst/>
          </a:prstGeom>
          <a:solidFill>
            <a:schemeClr val="bg1">
              <a:lumMod val="95000"/>
            </a:schemeClr>
          </a:solidFill>
        </p:spPr>
        <p:txBody>
          <a:bodyPr wrap="square" rtlCol="0">
            <a:spAutoFit/>
          </a:bodyPr>
          <a:lstStyle/>
          <a:p>
            <a:pPr algn="ctr"/>
            <a:r>
              <a:rPr lang="en-GB" sz="2400" b="1" dirty="0"/>
              <a:t>83%</a:t>
            </a:r>
          </a:p>
        </p:txBody>
      </p:sp>
      <p:sp>
        <p:nvSpPr>
          <p:cNvPr id="5" name="TextBox 4">
            <a:extLst>
              <a:ext uri="{FF2B5EF4-FFF2-40B4-BE49-F238E27FC236}">
                <a16:creationId xmlns:a16="http://schemas.microsoft.com/office/drawing/2014/main" id="{3AEE653C-1D77-2397-F144-03C114B9046F}"/>
              </a:ext>
            </a:extLst>
          </p:cNvPr>
          <p:cNvSpPr txBox="1"/>
          <p:nvPr/>
        </p:nvSpPr>
        <p:spPr>
          <a:xfrm>
            <a:off x="7880959" y="5259188"/>
            <a:ext cx="1102290" cy="461665"/>
          </a:xfrm>
          <a:prstGeom prst="rect">
            <a:avLst/>
          </a:prstGeom>
          <a:solidFill>
            <a:schemeClr val="bg1">
              <a:lumMod val="95000"/>
            </a:schemeClr>
          </a:solidFill>
        </p:spPr>
        <p:txBody>
          <a:bodyPr wrap="square" rtlCol="0">
            <a:spAutoFit/>
          </a:bodyPr>
          <a:lstStyle/>
          <a:p>
            <a:pPr algn="ctr"/>
            <a:r>
              <a:rPr lang="en-GB" sz="2400" b="1" dirty="0"/>
              <a:t>17%</a:t>
            </a:r>
          </a:p>
        </p:txBody>
      </p:sp>
    </p:spTree>
    <p:extLst>
      <p:ext uri="{BB962C8B-B14F-4D97-AF65-F5344CB8AC3E}">
        <p14:creationId xmlns:p14="http://schemas.microsoft.com/office/powerpoint/2010/main" val="3602499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0BD9DAD-6681-76C0-9CA4-D4634C9E11EC}"/>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2. Linear models are overall a poor fit for loyalty points data</a:t>
            </a:r>
          </a:p>
          <a:p>
            <a:pPr algn="ctr"/>
            <a:r>
              <a:rPr lang="en-GB" sz="2000" i="1" dirty="0">
                <a:solidFill>
                  <a:schemeClr val="tx1"/>
                </a:solidFill>
              </a:rPr>
              <a:t>They capture some patterns but fail to generalise across all the data.</a:t>
            </a:r>
          </a:p>
        </p:txBody>
      </p:sp>
      <p:sp>
        <p:nvSpPr>
          <p:cNvPr id="7" name="Rectangle: Rounded Corners 6">
            <a:extLst>
              <a:ext uri="{FF2B5EF4-FFF2-40B4-BE49-F238E27FC236}">
                <a16:creationId xmlns:a16="http://schemas.microsoft.com/office/drawing/2014/main" id="{A4AC65C1-9FBC-5726-E9D5-27E1C99B5C18}"/>
              </a:ext>
            </a:extLst>
          </p:cNvPr>
          <p:cNvSpPr/>
          <p:nvPr/>
        </p:nvSpPr>
        <p:spPr>
          <a:xfrm>
            <a:off x="1402915" y="2918564"/>
            <a:ext cx="2943617" cy="2304789"/>
          </a:xfrm>
          <a:prstGeom prst="round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rPr>
              <a:t>What </a:t>
            </a:r>
            <a:r>
              <a:rPr lang="en-GB" sz="2200" b="1" dirty="0">
                <a:solidFill>
                  <a:schemeClr val="tx1"/>
                </a:solidFill>
              </a:rPr>
              <a:t>don’t </a:t>
            </a:r>
            <a:r>
              <a:rPr lang="en-GB" sz="2200" dirty="0">
                <a:solidFill>
                  <a:schemeClr val="tx1"/>
                </a:solidFill>
              </a:rPr>
              <a:t>we want to see in a linear model?</a:t>
            </a:r>
          </a:p>
        </p:txBody>
      </p:sp>
      <p:sp>
        <p:nvSpPr>
          <p:cNvPr id="8" name="Rectangle: Rounded Corners 7">
            <a:extLst>
              <a:ext uri="{FF2B5EF4-FFF2-40B4-BE49-F238E27FC236}">
                <a16:creationId xmlns:a16="http://schemas.microsoft.com/office/drawing/2014/main" id="{3C524123-1BF0-2813-4B59-0F3825B4EEDE}"/>
              </a:ext>
            </a:extLst>
          </p:cNvPr>
          <p:cNvSpPr/>
          <p:nvPr/>
        </p:nvSpPr>
        <p:spPr>
          <a:xfrm>
            <a:off x="6898709" y="3251547"/>
            <a:ext cx="4575131" cy="1638822"/>
          </a:xfrm>
          <a:prstGeom prst="round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200" b="1" dirty="0">
                <a:solidFill>
                  <a:schemeClr val="tx1"/>
                </a:solidFill>
              </a:rPr>
              <a:t>Large residuals</a:t>
            </a:r>
            <a:r>
              <a:rPr lang="en-GB" sz="2200" dirty="0">
                <a:solidFill>
                  <a:schemeClr val="tx1"/>
                </a:solidFill>
              </a:rPr>
              <a:t>  (when the difference between the </a:t>
            </a:r>
            <a:r>
              <a:rPr lang="en-GB" sz="2200" b="1" dirty="0">
                <a:solidFill>
                  <a:schemeClr val="tx1"/>
                </a:solidFill>
              </a:rPr>
              <a:t>actual</a:t>
            </a:r>
            <a:r>
              <a:rPr lang="en-GB" sz="2200" dirty="0">
                <a:solidFill>
                  <a:schemeClr val="tx1"/>
                </a:solidFill>
              </a:rPr>
              <a:t> and </a:t>
            </a:r>
            <a:r>
              <a:rPr lang="en-GB" sz="2200" b="1" dirty="0">
                <a:solidFill>
                  <a:schemeClr val="tx1"/>
                </a:solidFill>
              </a:rPr>
              <a:t>predicted </a:t>
            </a:r>
            <a:r>
              <a:rPr lang="en-GB" sz="2200" dirty="0">
                <a:solidFill>
                  <a:schemeClr val="tx1"/>
                </a:solidFill>
              </a:rPr>
              <a:t>values is large)</a:t>
            </a:r>
          </a:p>
          <a:p>
            <a:pPr algn="ctr"/>
            <a:r>
              <a:rPr lang="en-GB" sz="2200" dirty="0">
                <a:solidFill>
                  <a:schemeClr val="tx1"/>
                </a:solidFill>
              </a:rPr>
              <a:t>Measured using RMSE.</a:t>
            </a:r>
          </a:p>
        </p:txBody>
      </p:sp>
      <p:cxnSp>
        <p:nvCxnSpPr>
          <p:cNvPr id="11" name="Straight Arrow Connector 10">
            <a:extLst>
              <a:ext uri="{FF2B5EF4-FFF2-40B4-BE49-F238E27FC236}">
                <a16:creationId xmlns:a16="http://schemas.microsoft.com/office/drawing/2014/main" id="{03C7999A-F2EA-FF63-3010-291C356B5C95}"/>
              </a:ext>
            </a:extLst>
          </p:cNvPr>
          <p:cNvCxnSpPr>
            <a:cxnSpLocks/>
          </p:cNvCxnSpPr>
          <p:nvPr/>
        </p:nvCxnSpPr>
        <p:spPr>
          <a:xfrm>
            <a:off x="4647156" y="4033381"/>
            <a:ext cx="1903956"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0455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B1A69A-D800-4D32-4B89-1ED7B2C4FDF5}"/>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2. Linear models are overall a poor fit for loyalty points data</a:t>
            </a:r>
          </a:p>
          <a:p>
            <a:pPr algn="ctr"/>
            <a:r>
              <a:rPr lang="en-GB" sz="2000" i="1" dirty="0">
                <a:solidFill>
                  <a:schemeClr val="tx1"/>
                </a:solidFill>
              </a:rPr>
              <a:t>They capture some patterns but fail to generalise across all the data.</a:t>
            </a:r>
          </a:p>
        </p:txBody>
      </p:sp>
      <p:pic>
        <p:nvPicPr>
          <p:cNvPr id="3" name="Picture 2" descr="A graph with a red line and a line&#10;&#10;AI-generated content may be incorrect.">
            <a:extLst>
              <a:ext uri="{FF2B5EF4-FFF2-40B4-BE49-F238E27FC236}">
                <a16:creationId xmlns:a16="http://schemas.microsoft.com/office/drawing/2014/main" id="{0623764C-AB29-0386-820F-C559EB2BB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620" y="1361600"/>
            <a:ext cx="7027054" cy="5258405"/>
          </a:xfrm>
          <a:prstGeom prst="rect">
            <a:avLst/>
          </a:prstGeom>
        </p:spPr>
      </p:pic>
      <p:sp>
        <p:nvSpPr>
          <p:cNvPr id="4" name="Rectangle 3">
            <a:extLst>
              <a:ext uri="{FF2B5EF4-FFF2-40B4-BE49-F238E27FC236}">
                <a16:creationId xmlns:a16="http://schemas.microsoft.com/office/drawing/2014/main" id="{AC544079-CDAC-7C24-D0B9-C660413EE61C}"/>
              </a:ext>
            </a:extLst>
          </p:cNvPr>
          <p:cNvSpPr/>
          <p:nvPr/>
        </p:nvSpPr>
        <p:spPr>
          <a:xfrm>
            <a:off x="7994348" y="2836842"/>
            <a:ext cx="3392463" cy="2307920"/>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There is a positive correlation between spending scores and loyalty points</a:t>
            </a:r>
          </a:p>
          <a:p>
            <a:pPr algn="ctr"/>
            <a:endParaRPr lang="en-GB" b="1" dirty="0">
              <a:solidFill>
                <a:schemeClr val="tx1"/>
              </a:solidFill>
            </a:endParaRPr>
          </a:p>
          <a:p>
            <a:pPr algn="ctr"/>
            <a:r>
              <a:rPr lang="en-GB" dirty="0">
                <a:solidFill>
                  <a:schemeClr val="tx1"/>
                </a:solidFill>
              </a:rPr>
              <a:t>As spending scores increase, loyalty points tend to increase.</a:t>
            </a:r>
          </a:p>
        </p:txBody>
      </p:sp>
    </p:spTree>
    <p:extLst>
      <p:ext uri="{BB962C8B-B14F-4D97-AF65-F5344CB8AC3E}">
        <p14:creationId xmlns:p14="http://schemas.microsoft.com/office/powerpoint/2010/main" val="3578465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4789A-532D-93D0-F88C-7246625BF73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1354913-6C3D-240A-C1F9-F08F674466D5}"/>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2. Linear models are overall a poor fit for loyalty points data</a:t>
            </a:r>
          </a:p>
          <a:p>
            <a:pPr algn="ctr"/>
            <a:r>
              <a:rPr lang="en-GB" sz="2000" i="1" dirty="0">
                <a:solidFill>
                  <a:schemeClr val="tx1"/>
                </a:solidFill>
              </a:rPr>
              <a:t>They capture some patterns but fail to generalise across all the data.</a:t>
            </a:r>
          </a:p>
        </p:txBody>
      </p:sp>
      <p:pic>
        <p:nvPicPr>
          <p:cNvPr id="4" name="Picture 3" descr="A graph with a red line and a line&#10;&#10;AI-generated content may be incorrect.">
            <a:extLst>
              <a:ext uri="{FF2B5EF4-FFF2-40B4-BE49-F238E27FC236}">
                <a16:creationId xmlns:a16="http://schemas.microsoft.com/office/drawing/2014/main" id="{206CC63D-65CF-A7AA-71E0-DF494335D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620" y="1361600"/>
            <a:ext cx="7027054" cy="5258405"/>
          </a:xfrm>
          <a:prstGeom prst="rect">
            <a:avLst/>
          </a:prstGeom>
        </p:spPr>
      </p:pic>
      <p:sp>
        <p:nvSpPr>
          <p:cNvPr id="3" name="Oval 2">
            <a:extLst>
              <a:ext uri="{FF2B5EF4-FFF2-40B4-BE49-F238E27FC236}">
                <a16:creationId xmlns:a16="http://schemas.microsoft.com/office/drawing/2014/main" id="{F6B55A63-8CD1-69B1-2414-0FEBC680FA5D}"/>
              </a:ext>
            </a:extLst>
          </p:cNvPr>
          <p:cNvSpPr/>
          <p:nvPr/>
        </p:nvSpPr>
        <p:spPr>
          <a:xfrm rot="20605594">
            <a:off x="1415441" y="4308953"/>
            <a:ext cx="3306871" cy="2004165"/>
          </a:xfrm>
          <a:prstGeom prst="ellipse">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771061BB-1A2B-BBFE-0416-C72C1B216EE0}"/>
              </a:ext>
            </a:extLst>
          </p:cNvPr>
          <p:cNvSpPr/>
          <p:nvPr/>
        </p:nvSpPr>
        <p:spPr>
          <a:xfrm>
            <a:off x="4833277" y="1704401"/>
            <a:ext cx="2434242" cy="4431756"/>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5E7379F-D14E-01B8-B5C1-BB2B70291D46}"/>
              </a:ext>
            </a:extLst>
          </p:cNvPr>
          <p:cNvSpPr/>
          <p:nvPr/>
        </p:nvSpPr>
        <p:spPr>
          <a:xfrm>
            <a:off x="8169713" y="1704401"/>
            <a:ext cx="3392463" cy="126512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Low spending scores</a:t>
            </a:r>
            <a:r>
              <a:rPr lang="en-GB" dirty="0">
                <a:solidFill>
                  <a:schemeClr val="tx1"/>
                </a:solidFill>
              </a:rPr>
              <a:t> =</a:t>
            </a:r>
            <a:r>
              <a:rPr lang="en-GB" b="1" dirty="0">
                <a:solidFill>
                  <a:schemeClr val="tx1"/>
                </a:solidFill>
              </a:rPr>
              <a:t> Small residuals</a:t>
            </a:r>
          </a:p>
        </p:txBody>
      </p:sp>
      <p:sp>
        <p:nvSpPr>
          <p:cNvPr id="8" name="Rectangle 7">
            <a:extLst>
              <a:ext uri="{FF2B5EF4-FFF2-40B4-BE49-F238E27FC236}">
                <a16:creationId xmlns:a16="http://schemas.microsoft.com/office/drawing/2014/main" id="{E635FCA4-08B7-69C8-DB46-934F74D6F719}"/>
              </a:ext>
            </a:extLst>
          </p:cNvPr>
          <p:cNvSpPr/>
          <p:nvPr/>
        </p:nvSpPr>
        <p:spPr>
          <a:xfrm>
            <a:off x="8169712" y="3146181"/>
            <a:ext cx="3392463" cy="1450872"/>
          </a:xfrm>
          <a:prstGeom prst="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High spending scores</a:t>
            </a:r>
            <a:r>
              <a:rPr lang="en-GB" dirty="0">
                <a:solidFill>
                  <a:schemeClr val="tx1"/>
                </a:solidFill>
              </a:rPr>
              <a:t> =</a:t>
            </a:r>
            <a:r>
              <a:rPr lang="en-GB" b="1" dirty="0">
                <a:solidFill>
                  <a:schemeClr val="tx1"/>
                </a:solidFill>
              </a:rPr>
              <a:t> Large residuals </a:t>
            </a:r>
            <a:r>
              <a:rPr lang="en-GB" dirty="0">
                <a:solidFill>
                  <a:schemeClr val="tx1"/>
                </a:solidFill>
              </a:rPr>
              <a:t>so </a:t>
            </a:r>
            <a:r>
              <a:rPr lang="en-GB" b="1" dirty="0">
                <a:solidFill>
                  <a:schemeClr val="tx1"/>
                </a:solidFill>
              </a:rPr>
              <a:t>poorly predicts loyalty points</a:t>
            </a:r>
          </a:p>
        </p:txBody>
      </p:sp>
      <p:sp>
        <p:nvSpPr>
          <p:cNvPr id="9" name="Rectangle 8">
            <a:extLst>
              <a:ext uri="{FF2B5EF4-FFF2-40B4-BE49-F238E27FC236}">
                <a16:creationId xmlns:a16="http://schemas.microsoft.com/office/drawing/2014/main" id="{E1010299-C1D4-C5AB-FFCF-8CEB969298CC}"/>
              </a:ext>
            </a:extLst>
          </p:cNvPr>
          <p:cNvSpPr/>
          <p:nvPr/>
        </p:nvSpPr>
        <p:spPr>
          <a:xfrm>
            <a:off x="8835978" y="5153599"/>
            <a:ext cx="2364678" cy="1014609"/>
          </a:xfrm>
          <a:prstGeom prst="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RMSE = 1005</a:t>
            </a:r>
          </a:p>
          <a:p>
            <a:pPr algn="ctr"/>
            <a:r>
              <a:rPr lang="en-GB" b="1" dirty="0">
                <a:solidFill>
                  <a:schemeClr val="tx1"/>
                </a:solidFill>
              </a:rPr>
              <a:t>VERY BIG!</a:t>
            </a:r>
          </a:p>
        </p:txBody>
      </p:sp>
    </p:spTree>
    <p:extLst>
      <p:ext uri="{BB962C8B-B14F-4D97-AF65-F5344CB8AC3E}">
        <p14:creationId xmlns:p14="http://schemas.microsoft.com/office/powerpoint/2010/main" val="55216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D3ED9A7-B637-BEC5-057E-983E527A31A4}"/>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2. Linear models are overall a poor fit for loyalty points data</a:t>
            </a:r>
          </a:p>
          <a:p>
            <a:pPr algn="ctr"/>
            <a:r>
              <a:rPr lang="en-GB" sz="2000" i="1" dirty="0">
                <a:solidFill>
                  <a:schemeClr val="tx1"/>
                </a:solidFill>
              </a:rPr>
              <a:t>They capture some patterns but fail to generalise across all the data.</a:t>
            </a:r>
          </a:p>
        </p:txBody>
      </p:sp>
      <p:pic>
        <p:nvPicPr>
          <p:cNvPr id="4" name="Picture 3" descr="A graph with a red line and a line&#10;&#10;AI-generated content may be incorrect.">
            <a:extLst>
              <a:ext uri="{FF2B5EF4-FFF2-40B4-BE49-F238E27FC236}">
                <a16:creationId xmlns:a16="http://schemas.microsoft.com/office/drawing/2014/main" id="{1ED150E0-3030-E7DE-549D-16CA27061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33" y="1532871"/>
            <a:ext cx="6708981" cy="4992299"/>
          </a:xfrm>
          <a:prstGeom prst="rect">
            <a:avLst/>
          </a:prstGeom>
        </p:spPr>
      </p:pic>
      <p:sp>
        <p:nvSpPr>
          <p:cNvPr id="5" name="Rectangle 4">
            <a:extLst>
              <a:ext uri="{FF2B5EF4-FFF2-40B4-BE49-F238E27FC236}">
                <a16:creationId xmlns:a16="http://schemas.microsoft.com/office/drawing/2014/main" id="{29C83D54-7E2E-2102-AD2B-97F93892CE1D}"/>
              </a:ext>
            </a:extLst>
          </p:cNvPr>
          <p:cNvSpPr/>
          <p:nvPr/>
        </p:nvSpPr>
        <p:spPr>
          <a:xfrm>
            <a:off x="7994348" y="2836842"/>
            <a:ext cx="3392463" cy="230792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There is a positive correlation between income and loyalty points</a:t>
            </a:r>
          </a:p>
          <a:p>
            <a:pPr algn="ctr"/>
            <a:endParaRPr lang="en-GB" b="1" dirty="0">
              <a:solidFill>
                <a:schemeClr val="tx1"/>
              </a:solidFill>
            </a:endParaRPr>
          </a:p>
          <a:p>
            <a:pPr algn="ctr"/>
            <a:r>
              <a:rPr lang="en-GB" dirty="0">
                <a:solidFill>
                  <a:schemeClr val="tx1"/>
                </a:solidFill>
              </a:rPr>
              <a:t>As income increase, loyalty points tend to increase.</a:t>
            </a:r>
          </a:p>
        </p:txBody>
      </p:sp>
    </p:spTree>
    <p:extLst>
      <p:ext uri="{BB962C8B-B14F-4D97-AF65-F5344CB8AC3E}">
        <p14:creationId xmlns:p14="http://schemas.microsoft.com/office/powerpoint/2010/main" val="1868479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a red line and a line&#10;&#10;AI-generated content may be incorrect.">
            <a:extLst>
              <a:ext uri="{FF2B5EF4-FFF2-40B4-BE49-F238E27FC236}">
                <a16:creationId xmlns:a16="http://schemas.microsoft.com/office/drawing/2014/main" id="{09E481A0-CB81-5F5C-9198-2DFCC60F0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33" y="1532871"/>
            <a:ext cx="6708981" cy="4992299"/>
          </a:xfrm>
          <a:prstGeom prst="rect">
            <a:avLst/>
          </a:prstGeom>
        </p:spPr>
      </p:pic>
      <p:sp>
        <p:nvSpPr>
          <p:cNvPr id="3" name="Rectangle: Rounded Corners 2">
            <a:extLst>
              <a:ext uri="{FF2B5EF4-FFF2-40B4-BE49-F238E27FC236}">
                <a16:creationId xmlns:a16="http://schemas.microsoft.com/office/drawing/2014/main" id="{93A1E938-D984-5B8B-DBAE-4EF32C2C4667}"/>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2. Linear models are overall a poor fit for loyalty points data</a:t>
            </a:r>
          </a:p>
          <a:p>
            <a:pPr algn="ctr"/>
            <a:r>
              <a:rPr lang="en-GB" sz="2000" i="1" dirty="0">
                <a:solidFill>
                  <a:schemeClr val="tx1"/>
                </a:solidFill>
              </a:rPr>
              <a:t>They capture some patterns but fail to generalise across all the data.</a:t>
            </a:r>
          </a:p>
        </p:txBody>
      </p:sp>
      <p:sp>
        <p:nvSpPr>
          <p:cNvPr id="4" name="Oval 3">
            <a:extLst>
              <a:ext uri="{FF2B5EF4-FFF2-40B4-BE49-F238E27FC236}">
                <a16:creationId xmlns:a16="http://schemas.microsoft.com/office/drawing/2014/main" id="{8B31A4EC-789D-6723-FA2F-D0E9ACECF050}"/>
              </a:ext>
            </a:extLst>
          </p:cNvPr>
          <p:cNvSpPr/>
          <p:nvPr/>
        </p:nvSpPr>
        <p:spPr>
          <a:xfrm rot="20605594">
            <a:off x="1375799" y="4380416"/>
            <a:ext cx="2855860" cy="1660520"/>
          </a:xfrm>
          <a:prstGeom prst="ellipse">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35B7703E-1F18-29B4-E3B2-4DE37160C1BE}"/>
              </a:ext>
            </a:extLst>
          </p:cNvPr>
          <p:cNvSpPr/>
          <p:nvPr/>
        </p:nvSpPr>
        <p:spPr>
          <a:xfrm rot="544096">
            <a:off x="4126848" y="1451194"/>
            <a:ext cx="3305854" cy="4705208"/>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F478C645-8353-7CF5-D0C2-89FF7C344665}"/>
              </a:ext>
            </a:extLst>
          </p:cNvPr>
          <p:cNvSpPr/>
          <p:nvPr/>
        </p:nvSpPr>
        <p:spPr>
          <a:xfrm>
            <a:off x="8169713" y="1704401"/>
            <a:ext cx="3392463" cy="126512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Low income </a:t>
            </a:r>
            <a:r>
              <a:rPr lang="en-GB" dirty="0">
                <a:solidFill>
                  <a:schemeClr val="tx1"/>
                </a:solidFill>
              </a:rPr>
              <a:t>=</a:t>
            </a:r>
            <a:r>
              <a:rPr lang="en-GB" b="1" dirty="0">
                <a:solidFill>
                  <a:schemeClr val="tx1"/>
                </a:solidFill>
              </a:rPr>
              <a:t> Small residuals</a:t>
            </a:r>
          </a:p>
        </p:txBody>
      </p:sp>
      <p:sp>
        <p:nvSpPr>
          <p:cNvPr id="7" name="Rectangle 6">
            <a:extLst>
              <a:ext uri="{FF2B5EF4-FFF2-40B4-BE49-F238E27FC236}">
                <a16:creationId xmlns:a16="http://schemas.microsoft.com/office/drawing/2014/main" id="{F831529F-60D5-CF17-C79E-FC42F1DFD8BD}"/>
              </a:ext>
            </a:extLst>
          </p:cNvPr>
          <p:cNvSpPr/>
          <p:nvPr/>
        </p:nvSpPr>
        <p:spPr>
          <a:xfrm>
            <a:off x="8169712" y="3146181"/>
            <a:ext cx="3392463" cy="1450872"/>
          </a:xfrm>
          <a:prstGeom prst="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High income</a:t>
            </a:r>
            <a:r>
              <a:rPr lang="en-GB" dirty="0">
                <a:solidFill>
                  <a:schemeClr val="tx1"/>
                </a:solidFill>
              </a:rPr>
              <a:t>=</a:t>
            </a:r>
            <a:r>
              <a:rPr lang="en-GB" b="1" dirty="0">
                <a:solidFill>
                  <a:schemeClr val="tx1"/>
                </a:solidFill>
              </a:rPr>
              <a:t> Large residuals </a:t>
            </a:r>
            <a:r>
              <a:rPr lang="en-GB" dirty="0">
                <a:solidFill>
                  <a:schemeClr val="tx1"/>
                </a:solidFill>
              </a:rPr>
              <a:t>so </a:t>
            </a:r>
            <a:r>
              <a:rPr lang="en-GB" b="1" dirty="0">
                <a:solidFill>
                  <a:schemeClr val="tx1"/>
                </a:solidFill>
              </a:rPr>
              <a:t>poorly predicts loyalty points</a:t>
            </a:r>
          </a:p>
        </p:txBody>
      </p:sp>
      <p:sp>
        <p:nvSpPr>
          <p:cNvPr id="8" name="Rectangle 7">
            <a:extLst>
              <a:ext uri="{FF2B5EF4-FFF2-40B4-BE49-F238E27FC236}">
                <a16:creationId xmlns:a16="http://schemas.microsoft.com/office/drawing/2014/main" id="{304113B2-C39F-1C30-B6D0-44F9FFEAA729}"/>
              </a:ext>
            </a:extLst>
          </p:cNvPr>
          <p:cNvSpPr/>
          <p:nvPr/>
        </p:nvSpPr>
        <p:spPr>
          <a:xfrm>
            <a:off x="8835978" y="5153599"/>
            <a:ext cx="2364678" cy="1014609"/>
          </a:xfrm>
          <a:prstGeom prst="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RMSE = 1002</a:t>
            </a:r>
          </a:p>
          <a:p>
            <a:pPr algn="ctr"/>
            <a:r>
              <a:rPr lang="en-GB" b="1" dirty="0">
                <a:solidFill>
                  <a:schemeClr val="tx1"/>
                </a:solidFill>
              </a:rPr>
              <a:t>VERY BIG!</a:t>
            </a:r>
          </a:p>
        </p:txBody>
      </p:sp>
    </p:spTree>
    <p:extLst>
      <p:ext uri="{BB962C8B-B14F-4D97-AF65-F5344CB8AC3E}">
        <p14:creationId xmlns:p14="http://schemas.microsoft.com/office/powerpoint/2010/main" val="113381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nimated plot ss vs lp">
            <a:hlinkClick r:id="" action="ppaction://media"/>
            <a:extLst>
              <a:ext uri="{FF2B5EF4-FFF2-40B4-BE49-F238E27FC236}">
                <a16:creationId xmlns:a16="http://schemas.microsoft.com/office/drawing/2014/main" id="{C31DACC5-F8AA-B800-EF26-77B61C33A96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10649" b="11201"/>
          <a:stretch/>
        </p:blipFill>
        <p:spPr>
          <a:xfrm>
            <a:off x="428765" y="1637414"/>
            <a:ext cx="11334470" cy="4982591"/>
          </a:xfrm>
          <a:prstGeom prst="rect">
            <a:avLst/>
          </a:prstGeom>
        </p:spPr>
      </p:pic>
      <p:sp>
        <p:nvSpPr>
          <p:cNvPr id="3" name="Rectangle: Rounded Corners 2">
            <a:extLst>
              <a:ext uri="{FF2B5EF4-FFF2-40B4-BE49-F238E27FC236}">
                <a16:creationId xmlns:a16="http://schemas.microsoft.com/office/drawing/2014/main" id="{F310AAE2-78FE-821E-44EA-2A9BFB81FA7A}"/>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3. High loyalty only occurs when spending scores are high</a:t>
            </a:r>
          </a:p>
          <a:p>
            <a:pPr algn="ctr"/>
            <a:r>
              <a:rPr lang="en-GB" sz="2000" dirty="0">
                <a:solidFill>
                  <a:schemeClr val="tx1"/>
                </a:solidFill>
              </a:rPr>
              <a:t>But a high spending scores doesn’t guarantee high loyalty</a:t>
            </a:r>
            <a:r>
              <a:rPr lang="en-GB" sz="2400" b="1" dirty="0">
                <a:solidFill>
                  <a:schemeClr val="tx1"/>
                </a:solidFill>
              </a:rPr>
              <a:t> </a:t>
            </a:r>
            <a:endParaRPr lang="en-GB" sz="2000" i="1" dirty="0">
              <a:solidFill>
                <a:schemeClr val="tx1"/>
              </a:solidFill>
            </a:endParaRPr>
          </a:p>
        </p:txBody>
      </p:sp>
    </p:spTree>
    <p:extLst>
      <p:ext uri="{BB962C8B-B14F-4D97-AF65-F5344CB8AC3E}">
        <p14:creationId xmlns:p14="http://schemas.microsoft.com/office/powerpoint/2010/main" val="303965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7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11CE3A9-1AF4-6F3C-65DB-95960A46B6E8}"/>
              </a:ext>
            </a:extLst>
          </p:cNvPr>
          <p:cNvSpPr/>
          <p:nvPr/>
        </p:nvSpPr>
        <p:spPr>
          <a:xfrm>
            <a:off x="1818362" y="237995"/>
            <a:ext cx="8555275" cy="9269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4. High loyalty only occurs when income is high</a:t>
            </a:r>
          </a:p>
          <a:p>
            <a:pPr algn="ctr"/>
            <a:r>
              <a:rPr lang="en-GB" sz="2000" dirty="0">
                <a:solidFill>
                  <a:schemeClr val="tx1"/>
                </a:solidFill>
              </a:rPr>
              <a:t>But a high income doesn’t guarantee high loyalty</a:t>
            </a:r>
            <a:r>
              <a:rPr lang="en-GB" sz="2400" b="1" dirty="0">
                <a:solidFill>
                  <a:schemeClr val="tx1"/>
                </a:solidFill>
              </a:rPr>
              <a:t> </a:t>
            </a:r>
            <a:endParaRPr lang="en-GB" sz="2000" i="1" dirty="0">
              <a:solidFill>
                <a:schemeClr val="tx1"/>
              </a:solidFill>
            </a:endParaRPr>
          </a:p>
        </p:txBody>
      </p:sp>
      <p:pic>
        <p:nvPicPr>
          <p:cNvPr id="3" name="animated plot in vs lp">
            <a:hlinkClick r:id="" action="ppaction://media"/>
            <a:extLst>
              <a:ext uri="{FF2B5EF4-FFF2-40B4-BE49-F238E27FC236}">
                <a16:creationId xmlns:a16="http://schemas.microsoft.com/office/drawing/2014/main" id="{9767725C-69B6-4750-420B-F80E57366405}"/>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16359" r="488" b="6434"/>
          <a:stretch/>
        </p:blipFill>
        <p:spPr>
          <a:xfrm>
            <a:off x="423530" y="1552354"/>
            <a:ext cx="11344940" cy="4951148"/>
          </a:xfrm>
          <a:prstGeom prst="rect">
            <a:avLst/>
          </a:prstGeom>
        </p:spPr>
      </p:pic>
    </p:spTree>
    <p:extLst>
      <p:ext uri="{BB962C8B-B14F-4D97-AF65-F5344CB8AC3E}">
        <p14:creationId xmlns:p14="http://schemas.microsoft.com/office/powerpoint/2010/main" val="264163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87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11CE3A9-1AF4-6F3C-65DB-95960A46B6E8}"/>
              </a:ext>
            </a:extLst>
          </p:cNvPr>
          <p:cNvSpPr/>
          <p:nvPr/>
        </p:nvSpPr>
        <p:spPr>
          <a:xfrm>
            <a:off x="104651" y="110003"/>
            <a:ext cx="11995201" cy="146740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5. Classification models worked better on the loyalty points data that linear models</a:t>
            </a:r>
          </a:p>
          <a:p>
            <a:pPr algn="ctr"/>
            <a:endParaRPr lang="en-GB" sz="2000" dirty="0">
              <a:solidFill>
                <a:schemeClr val="tx1"/>
              </a:solidFill>
            </a:endParaRPr>
          </a:p>
          <a:p>
            <a:pPr algn="ctr"/>
            <a:r>
              <a:rPr lang="en-GB" sz="2000" dirty="0">
                <a:solidFill>
                  <a:schemeClr val="tx1"/>
                </a:solidFill>
              </a:rPr>
              <a:t>Using logistic regression to build a model to predict which </a:t>
            </a:r>
            <a:r>
              <a:rPr lang="en-GB" sz="2000" b="1" dirty="0">
                <a:solidFill>
                  <a:schemeClr val="tx1"/>
                </a:solidFill>
              </a:rPr>
              <a:t>loyalty points category</a:t>
            </a:r>
            <a:r>
              <a:rPr lang="en-GB" sz="2000" dirty="0">
                <a:solidFill>
                  <a:schemeClr val="tx1"/>
                </a:solidFill>
              </a:rPr>
              <a:t> customers fall into.</a:t>
            </a:r>
          </a:p>
        </p:txBody>
      </p:sp>
      <p:cxnSp>
        <p:nvCxnSpPr>
          <p:cNvPr id="5" name="Straight Connector 4">
            <a:extLst>
              <a:ext uri="{FF2B5EF4-FFF2-40B4-BE49-F238E27FC236}">
                <a16:creationId xmlns:a16="http://schemas.microsoft.com/office/drawing/2014/main" id="{0532B281-4D2D-BF3E-1604-1118B945AAAA}"/>
              </a:ext>
            </a:extLst>
          </p:cNvPr>
          <p:cNvCxnSpPr/>
          <p:nvPr/>
        </p:nvCxnSpPr>
        <p:spPr>
          <a:xfrm>
            <a:off x="4136065" y="2509284"/>
            <a:ext cx="659219" cy="182880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F538E12-43DA-888A-3DED-AC108A896039}"/>
              </a:ext>
            </a:extLst>
          </p:cNvPr>
          <p:cNvCxnSpPr>
            <a:cxnSpLocks/>
          </p:cNvCxnSpPr>
          <p:nvPr/>
        </p:nvCxnSpPr>
        <p:spPr>
          <a:xfrm flipH="1">
            <a:off x="3795823" y="4338084"/>
            <a:ext cx="999461" cy="1881963"/>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6E7F8DDD-DD71-9309-F9A9-AC8F1FB23EB2}"/>
              </a:ext>
            </a:extLst>
          </p:cNvPr>
          <p:cNvCxnSpPr>
            <a:cxnSpLocks/>
          </p:cNvCxnSpPr>
          <p:nvPr/>
        </p:nvCxnSpPr>
        <p:spPr>
          <a:xfrm>
            <a:off x="4795284" y="4338084"/>
            <a:ext cx="1935125" cy="940981"/>
          </a:xfrm>
          <a:prstGeom prst="line">
            <a:avLst/>
          </a:prstGeom>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03CCDDD8-5075-DB1C-D326-A93F727444DF}"/>
              </a:ext>
            </a:extLst>
          </p:cNvPr>
          <p:cNvSpPr txBox="1"/>
          <p:nvPr/>
        </p:nvSpPr>
        <p:spPr>
          <a:xfrm>
            <a:off x="3030279" y="4014918"/>
            <a:ext cx="1212111" cy="646331"/>
          </a:xfrm>
          <a:prstGeom prst="rect">
            <a:avLst/>
          </a:prstGeom>
          <a:noFill/>
        </p:spPr>
        <p:txBody>
          <a:bodyPr wrap="square" rtlCol="0">
            <a:spAutoFit/>
          </a:bodyPr>
          <a:lstStyle/>
          <a:p>
            <a:pPr algn="ctr"/>
            <a:r>
              <a:rPr lang="en-GB" b="1" dirty="0"/>
              <a:t>High loyalty</a:t>
            </a:r>
          </a:p>
        </p:txBody>
      </p:sp>
      <p:sp>
        <p:nvSpPr>
          <p:cNvPr id="12" name="TextBox 11">
            <a:extLst>
              <a:ext uri="{FF2B5EF4-FFF2-40B4-BE49-F238E27FC236}">
                <a16:creationId xmlns:a16="http://schemas.microsoft.com/office/drawing/2014/main" id="{A3DB4F3C-B3E8-06AC-998B-577E22B9CF6A}"/>
              </a:ext>
            </a:extLst>
          </p:cNvPr>
          <p:cNvSpPr txBox="1"/>
          <p:nvPr/>
        </p:nvSpPr>
        <p:spPr>
          <a:xfrm>
            <a:off x="5295014" y="3450265"/>
            <a:ext cx="1212111" cy="646331"/>
          </a:xfrm>
          <a:prstGeom prst="rect">
            <a:avLst/>
          </a:prstGeom>
          <a:noFill/>
        </p:spPr>
        <p:txBody>
          <a:bodyPr wrap="square" rtlCol="0">
            <a:spAutoFit/>
          </a:bodyPr>
          <a:lstStyle/>
          <a:p>
            <a:pPr algn="ctr"/>
            <a:r>
              <a:rPr lang="en-GB" b="1" dirty="0"/>
              <a:t>Medium loyalty</a:t>
            </a:r>
          </a:p>
        </p:txBody>
      </p:sp>
      <p:sp>
        <p:nvSpPr>
          <p:cNvPr id="13" name="TextBox 12">
            <a:extLst>
              <a:ext uri="{FF2B5EF4-FFF2-40B4-BE49-F238E27FC236}">
                <a16:creationId xmlns:a16="http://schemas.microsoft.com/office/drawing/2014/main" id="{6E39F1F0-E1AA-0EF7-950D-D72270E427BC}"/>
              </a:ext>
            </a:extLst>
          </p:cNvPr>
          <p:cNvSpPr txBox="1"/>
          <p:nvPr/>
        </p:nvSpPr>
        <p:spPr>
          <a:xfrm>
            <a:off x="4688958" y="5269963"/>
            <a:ext cx="1212111" cy="646331"/>
          </a:xfrm>
          <a:prstGeom prst="rect">
            <a:avLst/>
          </a:prstGeom>
          <a:noFill/>
        </p:spPr>
        <p:txBody>
          <a:bodyPr wrap="square" rtlCol="0">
            <a:spAutoFit/>
          </a:bodyPr>
          <a:lstStyle/>
          <a:p>
            <a:pPr algn="ctr"/>
            <a:r>
              <a:rPr lang="en-GB" b="1" dirty="0"/>
              <a:t>Low loyalty</a:t>
            </a:r>
          </a:p>
        </p:txBody>
      </p:sp>
      <p:sp>
        <p:nvSpPr>
          <p:cNvPr id="14" name="Oval 13">
            <a:extLst>
              <a:ext uri="{FF2B5EF4-FFF2-40B4-BE49-F238E27FC236}">
                <a16:creationId xmlns:a16="http://schemas.microsoft.com/office/drawing/2014/main" id="{FF539AC4-AB1E-4445-5ECB-8FB9E338064E}"/>
              </a:ext>
            </a:extLst>
          </p:cNvPr>
          <p:cNvSpPr/>
          <p:nvPr/>
        </p:nvSpPr>
        <p:spPr>
          <a:xfrm>
            <a:off x="8463516" y="3200400"/>
            <a:ext cx="414670" cy="404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Box 14">
            <a:extLst>
              <a:ext uri="{FF2B5EF4-FFF2-40B4-BE49-F238E27FC236}">
                <a16:creationId xmlns:a16="http://schemas.microsoft.com/office/drawing/2014/main" id="{6C61C804-37EA-0237-657F-BFEDF6E8E8A7}"/>
              </a:ext>
            </a:extLst>
          </p:cNvPr>
          <p:cNvSpPr txBox="1"/>
          <p:nvPr/>
        </p:nvSpPr>
        <p:spPr>
          <a:xfrm>
            <a:off x="8878186" y="3200400"/>
            <a:ext cx="2332075" cy="369332"/>
          </a:xfrm>
          <a:prstGeom prst="rect">
            <a:avLst/>
          </a:prstGeom>
          <a:noFill/>
        </p:spPr>
        <p:txBody>
          <a:bodyPr wrap="square" rtlCol="0">
            <a:spAutoFit/>
          </a:bodyPr>
          <a:lstStyle/>
          <a:p>
            <a:pPr algn="ctr"/>
            <a:r>
              <a:rPr lang="en-GB" dirty="0"/>
              <a:t>New customer A</a:t>
            </a:r>
          </a:p>
        </p:txBody>
      </p:sp>
      <p:sp>
        <p:nvSpPr>
          <p:cNvPr id="16" name="Oval 15">
            <a:extLst>
              <a:ext uri="{FF2B5EF4-FFF2-40B4-BE49-F238E27FC236}">
                <a16:creationId xmlns:a16="http://schemas.microsoft.com/office/drawing/2014/main" id="{0DF0B3C2-9F9B-3AFB-386F-E3A0A07EAFAC}"/>
              </a:ext>
            </a:extLst>
          </p:cNvPr>
          <p:cNvSpPr/>
          <p:nvPr/>
        </p:nvSpPr>
        <p:spPr>
          <a:xfrm>
            <a:off x="8463516" y="4207685"/>
            <a:ext cx="414670" cy="404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AEFC22F3-20BB-8427-42DC-12F606231B42}"/>
              </a:ext>
            </a:extLst>
          </p:cNvPr>
          <p:cNvSpPr txBox="1"/>
          <p:nvPr/>
        </p:nvSpPr>
        <p:spPr>
          <a:xfrm>
            <a:off x="8878186" y="4228951"/>
            <a:ext cx="2332075" cy="369332"/>
          </a:xfrm>
          <a:prstGeom prst="rect">
            <a:avLst/>
          </a:prstGeom>
          <a:noFill/>
        </p:spPr>
        <p:txBody>
          <a:bodyPr wrap="square" rtlCol="0">
            <a:spAutoFit/>
          </a:bodyPr>
          <a:lstStyle/>
          <a:p>
            <a:pPr algn="ctr"/>
            <a:r>
              <a:rPr lang="en-GB" dirty="0"/>
              <a:t>New customer B</a:t>
            </a:r>
          </a:p>
        </p:txBody>
      </p:sp>
    </p:spTree>
    <p:extLst>
      <p:ext uri="{BB962C8B-B14F-4D97-AF65-F5344CB8AC3E}">
        <p14:creationId xmlns:p14="http://schemas.microsoft.com/office/powerpoint/2010/main" val="40190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3529 -0.04027 L -0.03529 -0.04027 C -0.03854 -0.04236 -0.04193 -0.04375 -0.04492 -0.04652 C -0.0461 -0.04745 -0.04649 -0.05023 -0.04753 -0.05115 C -0.05026 -0.05347 -0.05339 -0.05416 -0.05625 -0.05578 C -0.0586 -0.05717 -0.06081 -0.05949 -0.06328 -0.06041 C -0.06589 -0.06157 -0.06849 -0.06134 -0.0711 -0.06203 C -0.07461 -0.06296 -0.07813 -0.06435 -0.08151 -0.06504 C -0.08529 -0.06597 -0.08919 -0.06597 -0.09297 -0.06666 C -0.09701 -0.06759 -0.10104 -0.06875 -0.10508 -0.06967 L -0.1862 -0.06828 C -0.1944 -0.06759 -0.20248 -0.06412 -0.21068 -0.06203 C -0.21446 -0.06111 -0.21823 -0.05925 -0.22201 -0.05902 L -0.24375 -0.0574 C -0.24753 -0.05694 -0.2513 -0.05625 -0.25508 -0.05578 C -0.29323 -0.05208 -0.26185 -0.05625 -0.28737 -0.05277 C -0.31628 -0.04421 -0.28021 -0.05555 -0.30742 -0.0449 C -0.31094 -0.04375 -0.31446 -0.04328 -0.31797 -0.04189 C -0.32084 -0.04074 -0.3237 -0.03842 -0.32669 -0.03726 C -0.32917 -0.03634 -0.3319 -0.03634 -0.33451 -0.03564 C -0.33594 -0.03541 -0.34414 -0.03333 -0.34584 -0.03263 C -0.34909 -0.03125 -0.36107 -0.02453 -0.36237 -0.02337 C -0.36354 -0.02222 -0.36472 -0.02106 -0.36589 -0.02013 C -0.36732 -0.01898 -0.36888 -0.01828 -0.37031 -0.01712 C -0.37175 -0.01574 -0.37292 -0.01319 -0.37461 -0.0125 C -0.37748 -0.01111 -0.38047 -0.01157 -0.38334 -0.01087 C -0.38802 -0.00972 -0.38763 -0.0118 -0.38763 -0.00763 L -0.38763 -0.00763 " pathEditMode="relative" ptsTypes="AAAAAAAAAAAAAAAAAAAAAAAAAAAA">
                                      <p:cBhvr>
                                        <p:cTn id="6" dur="2000" fill="hold"/>
                                        <p:tgtEl>
                                          <p:spTgt spid="1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01615 0.05763 L -0.01615 0.05763 C -0.01888 0.06435 -0.02201 0.07037 -0.02409 0.07777 C -0.02513 0.08171 -0.02696 0.08842 -0.02839 0.09166 C -0.02969 0.09444 -0.03138 0.09675 -0.03281 0.0993 C -0.04024 0.12592 -0.03203 0.0993 -0.04063 0.12106 C -0.04401 0.12963 -0.04675 0.13912 -0.05026 0.14745 C -0.05104 0.14953 -0.05182 0.15208 -0.05287 0.1537 C -0.0556 0.15833 -0.0586 0.16203 -0.06159 0.1662 C -0.06302 0.16828 -0.06432 0.1706 -0.06589 0.17245 C -0.075 0.18194 -0.06511 0.17175 -0.07904 0.18472 C -0.08164 0.18726 -0.08438 0.18935 -0.08685 0.19259 C -0.08932 0.1956 -0.09128 0.20023 -0.09388 0.20347 C -0.09649 0.20648 -0.09961 0.20833 -0.10248 0.21111 C -0.10456 0.21319 -0.10651 0.2155 -0.1086 0.21736 C -0.11224 0.22037 -0.1211 0.22615 -0.12526 0.22824 C -0.12774 0.22939 -0.13047 0.23009 -0.13307 0.23125 C -0.13568 0.23263 -0.13828 0.23472 -0.14089 0.23588 C -0.14518 0.23796 -0.15196 0.23935 -0.15664 0.24074 C -0.17175 0.24004 -0.18685 0.2405 -0.20196 0.23912 C -0.20365 0.23888 -0.20651 0.23425 -0.20807 0.23287 C -0.20834 0.23263 -0.2086 0.23287 -0.20886 0.23287 L -0.20886 0.23287 " pathEditMode="relative" ptsTypes="AAAAAAAAAAAAAAAAAAAAAAA">
                                      <p:cBhvr>
                                        <p:cTn id="10" dur="20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yellow and blue squares&#10;&#10;AI-generated content may be incorrect.">
            <a:extLst>
              <a:ext uri="{FF2B5EF4-FFF2-40B4-BE49-F238E27FC236}">
                <a16:creationId xmlns:a16="http://schemas.microsoft.com/office/drawing/2014/main" id="{F56D1326-247C-B47A-70BD-5BF0CA362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996" y="2555855"/>
            <a:ext cx="4603003" cy="4262661"/>
          </a:xfrm>
          <a:prstGeom prst="rect">
            <a:avLst/>
          </a:prstGeom>
        </p:spPr>
      </p:pic>
      <p:sp>
        <p:nvSpPr>
          <p:cNvPr id="5" name="Rectangle 4">
            <a:extLst>
              <a:ext uri="{FF2B5EF4-FFF2-40B4-BE49-F238E27FC236}">
                <a16:creationId xmlns:a16="http://schemas.microsoft.com/office/drawing/2014/main" id="{D855E1A5-B0D7-1F43-D5E4-5BC34F67E749}"/>
              </a:ext>
            </a:extLst>
          </p:cNvPr>
          <p:cNvSpPr/>
          <p:nvPr/>
        </p:nvSpPr>
        <p:spPr>
          <a:xfrm>
            <a:off x="6734321" y="2846333"/>
            <a:ext cx="4706316" cy="81019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Low loyalty accuracy = </a:t>
            </a:r>
            <a:r>
              <a:rPr lang="en-GB" dirty="0">
                <a:solidFill>
                  <a:schemeClr val="tx1"/>
                </a:solidFill>
              </a:rPr>
              <a:t>30/36 = </a:t>
            </a:r>
            <a:r>
              <a:rPr lang="en-GB" b="1" dirty="0">
                <a:solidFill>
                  <a:schemeClr val="tx1"/>
                </a:solidFill>
              </a:rPr>
              <a:t>83%</a:t>
            </a:r>
          </a:p>
        </p:txBody>
      </p:sp>
      <p:sp>
        <p:nvSpPr>
          <p:cNvPr id="6" name="Rectangle 5">
            <a:extLst>
              <a:ext uri="{FF2B5EF4-FFF2-40B4-BE49-F238E27FC236}">
                <a16:creationId xmlns:a16="http://schemas.microsoft.com/office/drawing/2014/main" id="{73D07BA2-FE6A-745C-200C-80CDF2250E88}"/>
              </a:ext>
            </a:extLst>
          </p:cNvPr>
          <p:cNvSpPr/>
          <p:nvPr/>
        </p:nvSpPr>
        <p:spPr>
          <a:xfrm>
            <a:off x="6734321" y="3841897"/>
            <a:ext cx="4706316" cy="81019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Medium loyalty accuracy = </a:t>
            </a:r>
            <a:r>
              <a:rPr lang="en-GB" dirty="0">
                <a:solidFill>
                  <a:schemeClr val="tx1"/>
                </a:solidFill>
              </a:rPr>
              <a:t>96/106 = </a:t>
            </a:r>
            <a:r>
              <a:rPr lang="en-GB" b="1" dirty="0">
                <a:solidFill>
                  <a:schemeClr val="tx1"/>
                </a:solidFill>
              </a:rPr>
              <a:t>91%</a:t>
            </a:r>
          </a:p>
        </p:txBody>
      </p:sp>
      <p:sp>
        <p:nvSpPr>
          <p:cNvPr id="7" name="Rectangle 6">
            <a:extLst>
              <a:ext uri="{FF2B5EF4-FFF2-40B4-BE49-F238E27FC236}">
                <a16:creationId xmlns:a16="http://schemas.microsoft.com/office/drawing/2014/main" id="{9ABE3191-B1AD-E253-2620-EC979E3D4763}"/>
              </a:ext>
            </a:extLst>
          </p:cNvPr>
          <p:cNvSpPr/>
          <p:nvPr/>
        </p:nvSpPr>
        <p:spPr>
          <a:xfrm>
            <a:off x="6734321" y="4837461"/>
            <a:ext cx="4706316" cy="81019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High loyalty accuracy = </a:t>
            </a:r>
            <a:r>
              <a:rPr lang="en-GB" dirty="0">
                <a:solidFill>
                  <a:schemeClr val="tx1"/>
                </a:solidFill>
              </a:rPr>
              <a:t>15/15 = </a:t>
            </a:r>
            <a:r>
              <a:rPr lang="en-GB" b="1" dirty="0">
                <a:solidFill>
                  <a:schemeClr val="tx1"/>
                </a:solidFill>
              </a:rPr>
              <a:t>100%</a:t>
            </a:r>
          </a:p>
        </p:txBody>
      </p:sp>
      <p:sp>
        <p:nvSpPr>
          <p:cNvPr id="9" name="Arrow: Down 8">
            <a:extLst>
              <a:ext uri="{FF2B5EF4-FFF2-40B4-BE49-F238E27FC236}">
                <a16:creationId xmlns:a16="http://schemas.microsoft.com/office/drawing/2014/main" id="{20E0F9D4-C669-0E47-67B6-EE4D23717B3F}"/>
              </a:ext>
            </a:extLst>
          </p:cNvPr>
          <p:cNvSpPr/>
          <p:nvPr/>
        </p:nvSpPr>
        <p:spPr>
          <a:xfrm>
            <a:off x="2764466" y="2084587"/>
            <a:ext cx="404035" cy="4363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70D80460-F452-E56E-A259-EB5EFE695B87}"/>
              </a:ext>
            </a:extLst>
          </p:cNvPr>
          <p:cNvSpPr/>
          <p:nvPr/>
        </p:nvSpPr>
        <p:spPr>
          <a:xfrm>
            <a:off x="4031511" y="2084586"/>
            <a:ext cx="404037" cy="4039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Down 10">
            <a:extLst>
              <a:ext uri="{FF2B5EF4-FFF2-40B4-BE49-F238E27FC236}">
                <a16:creationId xmlns:a16="http://schemas.microsoft.com/office/drawing/2014/main" id="{1798D7F3-609F-64D3-3376-4910D9644FEC}"/>
              </a:ext>
            </a:extLst>
          </p:cNvPr>
          <p:cNvSpPr/>
          <p:nvPr/>
        </p:nvSpPr>
        <p:spPr>
          <a:xfrm>
            <a:off x="5298558" y="2084586"/>
            <a:ext cx="404037" cy="4688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3C200FEE-DF22-0D5C-5B7D-57EF6713785A}"/>
              </a:ext>
            </a:extLst>
          </p:cNvPr>
          <p:cNvSpPr/>
          <p:nvPr/>
        </p:nvSpPr>
        <p:spPr>
          <a:xfrm>
            <a:off x="98398" y="169197"/>
            <a:ext cx="11995201" cy="146740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5. Classification models worked better on the loyalty points data that linear models</a:t>
            </a:r>
          </a:p>
          <a:p>
            <a:pPr algn="ctr"/>
            <a:endParaRPr lang="en-GB" sz="2400" b="1" dirty="0">
              <a:solidFill>
                <a:schemeClr val="tx1"/>
              </a:solidFill>
            </a:endParaRPr>
          </a:p>
          <a:p>
            <a:pPr algn="ctr"/>
            <a:r>
              <a:rPr lang="en-GB" sz="2000" b="1" dirty="0">
                <a:solidFill>
                  <a:schemeClr val="tx1"/>
                </a:solidFill>
              </a:rPr>
              <a:t>High accuracy of predictions</a:t>
            </a:r>
          </a:p>
        </p:txBody>
      </p:sp>
    </p:spTree>
    <p:extLst>
      <p:ext uri="{BB962C8B-B14F-4D97-AF65-F5344CB8AC3E}">
        <p14:creationId xmlns:p14="http://schemas.microsoft.com/office/powerpoint/2010/main" val="222346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297AE82-0166-B1EA-89C9-2E01B07183CB}"/>
              </a:ext>
            </a:extLst>
          </p:cNvPr>
          <p:cNvSpPr/>
          <p:nvPr/>
        </p:nvSpPr>
        <p:spPr>
          <a:xfrm>
            <a:off x="104651" y="110003"/>
            <a:ext cx="11995201" cy="130543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6. Spending scores and income were consistently the strongest predictors of loyalty points with age having a minor influence.</a:t>
            </a:r>
          </a:p>
        </p:txBody>
      </p:sp>
      <p:pic>
        <p:nvPicPr>
          <p:cNvPr id="1026" name="Picture 2" descr="Age Vector Art, Icons, and Graphics for ...">
            <a:extLst>
              <a:ext uri="{FF2B5EF4-FFF2-40B4-BE49-F238E27FC236}">
                <a16:creationId xmlns:a16="http://schemas.microsoft.com/office/drawing/2014/main" id="{3CC0B5C0-B070-B245-7D8F-AAB366C36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43" y="4585046"/>
            <a:ext cx="2268607" cy="1585495"/>
          </a:xfrm>
          <a:prstGeom prst="rect">
            <a:avLst/>
          </a:prstGeom>
          <a:noFill/>
          <a:ln w="76200">
            <a:solidFill>
              <a:schemeClr val="accent3">
                <a:lumMod val="40000"/>
                <a:lumOff val="60000"/>
              </a:schemeClr>
            </a:solidFill>
          </a:ln>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90C8B55-DDB8-2116-CF27-BA6CF97EA49C}"/>
              </a:ext>
            </a:extLst>
          </p:cNvPr>
          <p:cNvPicPr>
            <a:picLocks noChangeAspect="1"/>
          </p:cNvPicPr>
          <p:nvPr/>
        </p:nvPicPr>
        <p:blipFill>
          <a:blip r:embed="rId3"/>
          <a:srcRect l="32294" t="15925" r="38575" b="23770"/>
          <a:stretch/>
        </p:blipFill>
        <p:spPr>
          <a:xfrm>
            <a:off x="7677311" y="2467017"/>
            <a:ext cx="1697665" cy="1754730"/>
          </a:xfrm>
          <a:prstGeom prst="rect">
            <a:avLst/>
          </a:prstGeom>
          <a:ln w="76200">
            <a:solidFill>
              <a:srgbClr val="00B050"/>
            </a:solidFill>
          </a:ln>
        </p:spPr>
      </p:pic>
      <p:pic>
        <p:nvPicPr>
          <p:cNvPr id="1028" name="Picture 4" descr="23,253 Bag Money Pounds Royalty-Free Images, Stock Photos &amp; Pictures |  Shutterstock">
            <a:extLst>
              <a:ext uri="{FF2B5EF4-FFF2-40B4-BE49-F238E27FC236}">
                <a16:creationId xmlns:a16="http://schemas.microsoft.com/office/drawing/2014/main" id="{1B837585-8A88-3D5F-DD3C-5EEBF784806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178" b="4834"/>
          <a:stretch/>
        </p:blipFill>
        <p:spPr bwMode="auto">
          <a:xfrm>
            <a:off x="9759351" y="2560052"/>
            <a:ext cx="1843863" cy="1585495"/>
          </a:xfrm>
          <a:prstGeom prst="rect">
            <a:avLst/>
          </a:prstGeom>
          <a:noFill/>
          <a:ln w="76200">
            <a:solidFill>
              <a:srgbClr val="00B050"/>
            </a:solidFill>
          </a:ln>
          <a:extLst>
            <a:ext uri="{909E8E84-426E-40DD-AFC4-6F175D3DCCD1}">
              <a14:hiddenFill xmlns:a14="http://schemas.microsoft.com/office/drawing/2010/main">
                <a:solidFill>
                  <a:srgbClr val="FFFFFF"/>
                </a:solidFill>
              </a14:hiddenFill>
            </a:ext>
          </a:extLst>
        </p:spPr>
      </p:pic>
      <p:pic>
        <p:nvPicPr>
          <p:cNvPr id="6" name="Picture 5" descr="A graph with blue bars&#10;&#10;AI-generated content may be incorrect.">
            <a:extLst>
              <a:ext uri="{FF2B5EF4-FFF2-40B4-BE49-F238E27FC236}">
                <a16:creationId xmlns:a16="http://schemas.microsoft.com/office/drawing/2014/main" id="{BD1FA812-FC2B-2957-B5BF-B138585D83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651" y="2317304"/>
            <a:ext cx="7188286" cy="4143248"/>
          </a:xfrm>
          <a:prstGeom prst="rect">
            <a:avLst/>
          </a:prstGeom>
        </p:spPr>
      </p:pic>
    </p:spTree>
    <p:extLst>
      <p:ext uri="{BB962C8B-B14F-4D97-AF65-F5344CB8AC3E}">
        <p14:creationId xmlns:p14="http://schemas.microsoft.com/office/powerpoint/2010/main" val="134374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EE8EBDA-4974-2B0A-7C33-860D87614E60}"/>
              </a:ext>
            </a:extLst>
          </p:cNvPr>
          <p:cNvSpPr/>
          <p:nvPr/>
        </p:nvSpPr>
        <p:spPr>
          <a:xfrm>
            <a:off x="98399" y="137299"/>
            <a:ext cx="11995201" cy="146740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5. Classification models worked better on the loyalty points data that linear models</a:t>
            </a:r>
          </a:p>
          <a:p>
            <a:pPr algn="ctr"/>
            <a:endParaRPr lang="en-GB" sz="2400" b="1" dirty="0">
              <a:solidFill>
                <a:schemeClr val="tx1"/>
              </a:solidFill>
            </a:endParaRPr>
          </a:p>
          <a:p>
            <a:pPr algn="ctr"/>
            <a:r>
              <a:rPr lang="en-GB" sz="2000" b="1" dirty="0">
                <a:solidFill>
                  <a:schemeClr val="tx1"/>
                </a:solidFill>
              </a:rPr>
              <a:t>Decision tree – </a:t>
            </a:r>
            <a:r>
              <a:rPr lang="en-GB" sz="2000" dirty="0">
                <a:solidFill>
                  <a:schemeClr val="tx1"/>
                </a:solidFill>
              </a:rPr>
              <a:t>accuracy</a:t>
            </a:r>
            <a:r>
              <a:rPr lang="en-GB" sz="2000" b="1" dirty="0">
                <a:solidFill>
                  <a:schemeClr val="tx1"/>
                </a:solidFill>
              </a:rPr>
              <a:t> 92%</a:t>
            </a:r>
          </a:p>
        </p:txBody>
      </p:sp>
      <p:grpSp>
        <p:nvGrpSpPr>
          <p:cNvPr id="16" name="Group 15">
            <a:extLst>
              <a:ext uri="{FF2B5EF4-FFF2-40B4-BE49-F238E27FC236}">
                <a16:creationId xmlns:a16="http://schemas.microsoft.com/office/drawing/2014/main" id="{9CDBF773-A6CB-67AF-1091-8B60F54DFAAF}"/>
              </a:ext>
            </a:extLst>
          </p:cNvPr>
          <p:cNvGrpSpPr/>
          <p:nvPr/>
        </p:nvGrpSpPr>
        <p:grpSpPr>
          <a:xfrm>
            <a:off x="648587" y="1724907"/>
            <a:ext cx="10643191" cy="5133093"/>
            <a:chOff x="648587" y="1724907"/>
            <a:chExt cx="10643191" cy="5133093"/>
          </a:xfrm>
        </p:grpSpPr>
        <p:pic>
          <p:nvPicPr>
            <p:cNvPr id="9" name="Picture 8" descr="A diagram of a network&#10;&#10;AI-generated content may be incorrect.">
              <a:extLst>
                <a:ext uri="{FF2B5EF4-FFF2-40B4-BE49-F238E27FC236}">
                  <a16:creationId xmlns:a16="http://schemas.microsoft.com/office/drawing/2014/main" id="{48F0868A-4BE9-8E8F-C837-74D387A3F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587" y="1724907"/>
              <a:ext cx="10643191" cy="5133093"/>
            </a:xfrm>
            <a:prstGeom prst="rect">
              <a:avLst/>
            </a:prstGeom>
          </p:spPr>
        </p:pic>
        <p:sp>
          <p:nvSpPr>
            <p:cNvPr id="10" name="Rectangle 9">
              <a:extLst>
                <a:ext uri="{FF2B5EF4-FFF2-40B4-BE49-F238E27FC236}">
                  <a16:creationId xmlns:a16="http://schemas.microsoft.com/office/drawing/2014/main" id="{7044C54E-FDE9-93A4-669C-4300F5EB2D2C}"/>
                </a:ext>
              </a:extLst>
            </p:cNvPr>
            <p:cNvSpPr/>
            <p:nvPr/>
          </p:nvSpPr>
          <p:spPr>
            <a:xfrm>
              <a:off x="8963247" y="2041451"/>
              <a:ext cx="669851" cy="180754"/>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25ED9CD3-3F52-A0CC-DD93-C146F3A78941}"/>
                </a:ext>
              </a:extLst>
            </p:cNvPr>
            <p:cNvSpPr/>
            <p:nvPr/>
          </p:nvSpPr>
          <p:spPr>
            <a:xfrm>
              <a:off x="8963246" y="2388486"/>
              <a:ext cx="669851" cy="180754"/>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E2BD99E-3022-5901-F099-FEA6E32E8EF0}"/>
                </a:ext>
              </a:extLst>
            </p:cNvPr>
            <p:cNvSpPr/>
            <p:nvPr/>
          </p:nvSpPr>
          <p:spPr>
            <a:xfrm>
              <a:off x="8963246" y="2735521"/>
              <a:ext cx="669851" cy="180754"/>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D76482CF-D88D-5FBB-9D54-1D835D82372F}"/>
                </a:ext>
              </a:extLst>
            </p:cNvPr>
            <p:cNvSpPr txBox="1"/>
            <p:nvPr/>
          </p:nvSpPr>
          <p:spPr>
            <a:xfrm>
              <a:off x="9728791" y="1993328"/>
              <a:ext cx="1127051" cy="276999"/>
            </a:xfrm>
            <a:prstGeom prst="rect">
              <a:avLst/>
            </a:prstGeom>
            <a:noFill/>
          </p:spPr>
          <p:txBody>
            <a:bodyPr wrap="square" rtlCol="0">
              <a:spAutoFit/>
            </a:bodyPr>
            <a:lstStyle/>
            <a:p>
              <a:r>
                <a:rPr lang="en-GB" sz="1200" dirty="0"/>
                <a:t>High loyalty</a:t>
              </a:r>
            </a:p>
          </p:txBody>
        </p:sp>
        <p:sp>
          <p:nvSpPr>
            <p:cNvPr id="14" name="TextBox 13">
              <a:extLst>
                <a:ext uri="{FF2B5EF4-FFF2-40B4-BE49-F238E27FC236}">
                  <a16:creationId xmlns:a16="http://schemas.microsoft.com/office/drawing/2014/main" id="{79678BD1-79E7-6388-A25E-528855F0DA1C}"/>
                </a:ext>
              </a:extLst>
            </p:cNvPr>
            <p:cNvSpPr txBox="1"/>
            <p:nvPr/>
          </p:nvSpPr>
          <p:spPr>
            <a:xfrm>
              <a:off x="9727840" y="2340363"/>
              <a:ext cx="1369113" cy="276999"/>
            </a:xfrm>
            <a:prstGeom prst="rect">
              <a:avLst/>
            </a:prstGeom>
            <a:noFill/>
          </p:spPr>
          <p:txBody>
            <a:bodyPr wrap="square" rtlCol="0">
              <a:spAutoFit/>
            </a:bodyPr>
            <a:lstStyle/>
            <a:p>
              <a:r>
                <a:rPr lang="en-GB" sz="1200" dirty="0"/>
                <a:t>Medium loyalty</a:t>
              </a:r>
            </a:p>
          </p:txBody>
        </p:sp>
        <p:sp>
          <p:nvSpPr>
            <p:cNvPr id="15" name="TextBox 14">
              <a:extLst>
                <a:ext uri="{FF2B5EF4-FFF2-40B4-BE49-F238E27FC236}">
                  <a16:creationId xmlns:a16="http://schemas.microsoft.com/office/drawing/2014/main" id="{2F97824E-DF7E-3D90-6D92-D3E3F9CC55B1}"/>
                </a:ext>
              </a:extLst>
            </p:cNvPr>
            <p:cNvSpPr txBox="1"/>
            <p:nvPr/>
          </p:nvSpPr>
          <p:spPr>
            <a:xfrm>
              <a:off x="9729508" y="2691947"/>
              <a:ext cx="1127051" cy="276999"/>
            </a:xfrm>
            <a:prstGeom prst="rect">
              <a:avLst/>
            </a:prstGeom>
            <a:noFill/>
          </p:spPr>
          <p:txBody>
            <a:bodyPr wrap="square" rtlCol="0">
              <a:spAutoFit/>
            </a:bodyPr>
            <a:lstStyle/>
            <a:p>
              <a:r>
                <a:rPr lang="en-GB" sz="1200" dirty="0"/>
                <a:t>Low loyalty</a:t>
              </a:r>
            </a:p>
          </p:txBody>
        </p:sp>
      </p:grpSp>
    </p:spTree>
    <p:extLst>
      <p:ext uri="{BB962C8B-B14F-4D97-AF65-F5344CB8AC3E}">
        <p14:creationId xmlns:p14="http://schemas.microsoft.com/office/powerpoint/2010/main" val="2331918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B0D8C30-C4E8-E2D8-7B9B-4756F5539CE8}"/>
              </a:ext>
            </a:extLst>
          </p:cNvPr>
          <p:cNvGrpSpPr/>
          <p:nvPr/>
        </p:nvGrpSpPr>
        <p:grpSpPr>
          <a:xfrm>
            <a:off x="152400" y="1052623"/>
            <a:ext cx="11844670" cy="5805377"/>
            <a:chOff x="648587" y="1724907"/>
            <a:chExt cx="10643191" cy="5133093"/>
          </a:xfrm>
        </p:grpSpPr>
        <p:pic>
          <p:nvPicPr>
            <p:cNvPr id="3" name="Picture 2" descr="A diagram of a network&#10;&#10;AI-generated content may be incorrect.">
              <a:extLst>
                <a:ext uri="{FF2B5EF4-FFF2-40B4-BE49-F238E27FC236}">
                  <a16:creationId xmlns:a16="http://schemas.microsoft.com/office/drawing/2014/main" id="{B75AF431-071F-AF24-E9AA-90B973A0E2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587" y="1724907"/>
              <a:ext cx="10643191" cy="5133093"/>
            </a:xfrm>
            <a:prstGeom prst="rect">
              <a:avLst/>
            </a:prstGeom>
          </p:spPr>
        </p:pic>
        <p:sp>
          <p:nvSpPr>
            <p:cNvPr id="4" name="Rectangle 3">
              <a:extLst>
                <a:ext uri="{FF2B5EF4-FFF2-40B4-BE49-F238E27FC236}">
                  <a16:creationId xmlns:a16="http://schemas.microsoft.com/office/drawing/2014/main" id="{1A016769-C571-E1F8-0F5E-7118C1E61F34}"/>
                </a:ext>
              </a:extLst>
            </p:cNvPr>
            <p:cNvSpPr/>
            <p:nvPr/>
          </p:nvSpPr>
          <p:spPr>
            <a:xfrm>
              <a:off x="8963247" y="2041451"/>
              <a:ext cx="669851" cy="180754"/>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D7E612E-39C0-E97D-3A95-F4FFDE8F1DCD}"/>
                </a:ext>
              </a:extLst>
            </p:cNvPr>
            <p:cNvSpPr/>
            <p:nvPr/>
          </p:nvSpPr>
          <p:spPr>
            <a:xfrm>
              <a:off x="8963246" y="2388486"/>
              <a:ext cx="669851" cy="180754"/>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FD5DA28-7F89-237D-C2BF-D550F6DC9521}"/>
                </a:ext>
              </a:extLst>
            </p:cNvPr>
            <p:cNvSpPr/>
            <p:nvPr/>
          </p:nvSpPr>
          <p:spPr>
            <a:xfrm>
              <a:off x="8963246" y="2735521"/>
              <a:ext cx="669851" cy="180754"/>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2B2D513-8EC5-CB3F-F263-5FE461E4389E}"/>
                </a:ext>
              </a:extLst>
            </p:cNvPr>
            <p:cNvSpPr txBox="1"/>
            <p:nvPr/>
          </p:nvSpPr>
          <p:spPr>
            <a:xfrm>
              <a:off x="9728791" y="1993328"/>
              <a:ext cx="1127051" cy="276999"/>
            </a:xfrm>
            <a:prstGeom prst="rect">
              <a:avLst/>
            </a:prstGeom>
            <a:noFill/>
          </p:spPr>
          <p:txBody>
            <a:bodyPr wrap="square" rtlCol="0">
              <a:spAutoFit/>
            </a:bodyPr>
            <a:lstStyle/>
            <a:p>
              <a:r>
                <a:rPr lang="en-GB" sz="1200" dirty="0"/>
                <a:t>High loyalty</a:t>
              </a:r>
            </a:p>
          </p:txBody>
        </p:sp>
        <p:sp>
          <p:nvSpPr>
            <p:cNvPr id="8" name="TextBox 7">
              <a:extLst>
                <a:ext uri="{FF2B5EF4-FFF2-40B4-BE49-F238E27FC236}">
                  <a16:creationId xmlns:a16="http://schemas.microsoft.com/office/drawing/2014/main" id="{75DDA09E-8382-B895-E1C8-5323E0FF9A42}"/>
                </a:ext>
              </a:extLst>
            </p:cNvPr>
            <p:cNvSpPr txBox="1"/>
            <p:nvPr/>
          </p:nvSpPr>
          <p:spPr>
            <a:xfrm>
              <a:off x="9727840" y="2340363"/>
              <a:ext cx="1369113" cy="276999"/>
            </a:xfrm>
            <a:prstGeom prst="rect">
              <a:avLst/>
            </a:prstGeom>
            <a:noFill/>
          </p:spPr>
          <p:txBody>
            <a:bodyPr wrap="square" rtlCol="0">
              <a:spAutoFit/>
            </a:bodyPr>
            <a:lstStyle/>
            <a:p>
              <a:r>
                <a:rPr lang="en-GB" sz="1200" dirty="0"/>
                <a:t>Medium loyalty</a:t>
              </a:r>
            </a:p>
          </p:txBody>
        </p:sp>
        <p:sp>
          <p:nvSpPr>
            <p:cNvPr id="9" name="TextBox 8">
              <a:extLst>
                <a:ext uri="{FF2B5EF4-FFF2-40B4-BE49-F238E27FC236}">
                  <a16:creationId xmlns:a16="http://schemas.microsoft.com/office/drawing/2014/main" id="{5A3FD0BF-4F7D-FD20-DAE4-6FA6B8705882}"/>
                </a:ext>
              </a:extLst>
            </p:cNvPr>
            <p:cNvSpPr txBox="1"/>
            <p:nvPr/>
          </p:nvSpPr>
          <p:spPr>
            <a:xfrm>
              <a:off x="9729508" y="2691947"/>
              <a:ext cx="1127051" cy="276999"/>
            </a:xfrm>
            <a:prstGeom prst="rect">
              <a:avLst/>
            </a:prstGeom>
            <a:noFill/>
          </p:spPr>
          <p:txBody>
            <a:bodyPr wrap="square" rtlCol="0">
              <a:spAutoFit/>
            </a:bodyPr>
            <a:lstStyle/>
            <a:p>
              <a:r>
                <a:rPr lang="en-GB" sz="1200" dirty="0"/>
                <a:t>Low loyalty</a:t>
              </a:r>
            </a:p>
          </p:txBody>
        </p:sp>
      </p:grpSp>
      <p:sp>
        <p:nvSpPr>
          <p:cNvPr id="21" name="Freeform: Shape 20">
            <a:extLst>
              <a:ext uri="{FF2B5EF4-FFF2-40B4-BE49-F238E27FC236}">
                <a16:creationId xmlns:a16="http://schemas.microsoft.com/office/drawing/2014/main" id="{E19971CD-8623-5FB9-46B0-3ABD40B1A837}"/>
              </a:ext>
            </a:extLst>
          </p:cNvPr>
          <p:cNvSpPr/>
          <p:nvPr/>
        </p:nvSpPr>
        <p:spPr>
          <a:xfrm>
            <a:off x="6592824" y="2834640"/>
            <a:ext cx="5550408" cy="3950208"/>
          </a:xfrm>
          <a:custGeom>
            <a:avLst/>
            <a:gdLst>
              <a:gd name="connsiteX0" fmla="*/ 283464 w 5550408"/>
              <a:gd name="connsiteY0" fmla="*/ 1929384 h 3950208"/>
              <a:gd name="connsiteX1" fmla="*/ 237744 w 5550408"/>
              <a:gd name="connsiteY1" fmla="*/ 1901952 h 3950208"/>
              <a:gd name="connsiteX2" fmla="*/ 201168 w 5550408"/>
              <a:gd name="connsiteY2" fmla="*/ 1847088 h 3950208"/>
              <a:gd name="connsiteX3" fmla="*/ 155448 w 5550408"/>
              <a:gd name="connsiteY3" fmla="*/ 1819656 h 3950208"/>
              <a:gd name="connsiteX4" fmla="*/ 73152 w 5550408"/>
              <a:gd name="connsiteY4" fmla="*/ 1737360 h 3950208"/>
              <a:gd name="connsiteX5" fmla="*/ 18288 w 5550408"/>
              <a:gd name="connsiteY5" fmla="*/ 1600200 h 3950208"/>
              <a:gd name="connsiteX6" fmla="*/ 0 w 5550408"/>
              <a:gd name="connsiteY6" fmla="*/ 1572768 h 3950208"/>
              <a:gd name="connsiteX7" fmla="*/ 73152 w 5550408"/>
              <a:gd name="connsiteY7" fmla="*/ 1325880 h 3950208"/>
              <a:gd name="connsiteX8" fmla="*/ 155448 w 5550408"/>
              <a:gd name="connsiteY8" fmla="*/ 1216152 h 3950208"/>
              <a:gd name="connsiteX9" fmla="*/ 256032 w 5550408"/>
              <a:gd name="connsiteY9" fmla="*/ 1051560 h 3950208"/>
              <a:gd name="connsiteX10" fmla="*/ 420624 w 5550408"/>
              <a:gd name="connsiteY10" fmla="*/ 804672 h 3950208"/>
              <a:gd name="connsiteX11" fmla="*/ 557784 w 5550408"/>
              <a:gd name="connsiteY11" fmla="*/ 667512 h 3950208"/>
              <a:gd name="connsiteX12" fmla="*/ 822960 w 5550408"/>
              <a:gd name="connsiteY12" fmla="*/ 457200 h 3950208"/>
              <a:gd name="connsiteX13" fmla="*/ 1252728 w 5550408"/>
              <a:gd name="connsiteY13" fmla="*/ 228600 h 3950208"/>
              <a:gd name="connsiteX14" fmla="*/ 1645920 w 5550408"/>
              <a:gd name="connsiteY14" fmla="*/ 73152 h 3950208"/>
              <a:gd name="connsiteX15" fmla="*/ 1737360 w 5550408"/>
              <a:gd name="connsiteY15" fmla="*/ 45720 h 3950208"/>
              <a:gd name="connsiteX16" fmla="*/ 1947672 w 5550408"/>
              <a:gd name="connsiteY16" fmla="*/ 0 h 3950208"/>
              <a:gd name="connsiteX17" fmla="*/ 2615184 w 5550408"/>
              <a:gd name="connsiteY17" fmla="*/ 18288 h 3950208"/>
              <a:gd name="connsiteX18" fmla="*/ 2734056 w 5550408"/>
              <a:gd name="connsiteY18" fmla="*/ 36576 h 3950208"/>
              <a:gd name="connsiteX19" fmla="*/ 2944368 w 5550408"/>
              <a:gd name="connsiteY19" fmla="*/ 54864 h 3950208"/>
              <a:gd name="connsiteX20" fmla="*/ 3218688 w 5550408"/>
              <a:gd name="connsiteY20" fmla="*/ 109728 h 3950208"/>
              <a:gd name="connsiteX21" fmla="*/ 3337560 w 5550408"/>
              <a:gd name="connsiteY21" fmla="*/ 146304 h 3950208"/>
              <a:gd name="connsiteX22" fmla="*/ 3557016 w 5550408"/>
              <a:gd name="connsiteY22" fmla="*/ 228600 h 3950208"/>
              <a:gd name="connsiteX23" fmla="*/ 3803904 w 5550408"/>
              <a:gd name="connsiteY23" fmla="*/ 374904 h 3950208"/>
              <a:gd name="connsiteX24" fmla="*/ 4041648 w 5550408"/>
              <a:gd name="connsiteY24" fmla="*/ 512064 h 3950208"/>
              <a:gd name="connsiteX25" fmla="*/ 4334256 w 5550408"/>
              <a:gd name="connsiteY25" fmla="*/ 795528 h 3950208"/>
              <a:gd name="connsiteX26" fmla="*/ 4425696 w 5550408"/>
              <a:gd name="connsiteY26" fmla="*/ 886968 h 3950208"/>
              <a:gd name="connsiteX27" fmla="*/ 4526280 w 5550408"/>
              <a:gd name="connsiteY27" fmla="*/ 987552 h 3950208"/>
              <a:gd name="connsiteX28" fmla="*/ 4690872 w 5550408"/>
              <a:gd name="connsiteY28" fmla="*/ 1188720 h 3950208"/>
              <a:gd name="connsiteX29" fmla="*/ 4818888 w 5550408"/>
              <a:gd name="connsiteY29" fmla="*/ 1380744 h 3950208"/>
              <a:gd name="connsiteX30" fmla="*/ 4965192 w 5550408"/>
              <a:gd name="connsiteY30" fmla="*/ 1600200 h 3950208"/>
              <a:gd name="connsiteX31" fmla="*/ 5029200 w 5550408"/>
              <a:gd name="connsiteY31" fmla="*/ 1728216 h 3950208"/>
              <a:gd name="connsiteX32" fmla="*/ 5093208 w 5550408"/>
              <a:gd name="connsiteY32" fmla="*/ 1837944 h 3950208"/>
              <a:gd name="connsiteX33" fmla="*/ 5111496 w 5550408"/>
              <a:gd name="connsiteY33" fmla="*/ 1947672 h 3950208"/>
              <a:gd name="connsiteX34" fmla="*/ 5321808 w 5550408"/>
              <a:gd name="connsiteY34" fmla="*/ 2276856 h 3950208"/>
              <a:gd name="connsiteX35" fmla="*/ 5358384 w 5550408"/>
              <a:gd name="connsiteY35" fmla="*/ 2350008 h 3950208"/>
              <a:gd name="connsiteX36" fmla="*/ 5413248 w 5550408"/>
              <a:gd name="connsiteY36" fmla="*/ 2423160 h 3950208"/>
              <a:gd name="connsiteX37" fmla="*/ 5477256 w 5550408"/>
              <a:gd name="connsiteY37" fmla="*/ 2551176 h 3950208"/>
              <a:gd name="connsiteX38" fmla="*/ 5513832 w 5550408"/>
              <a:gd name="connsiteY38" fmla="*/ 2688336 h 3950208"/>
              <a:gd name="connsiteX39" fmla="*/ 5550408 w 5550408"/>
              <a:gd name="connsiteY39" fmla="*/ 2944368 h 3950208"/>
              <a:gd name="connsiteX40" fmla="*/ 5495544 w 5550408"/>
              <a:gd name="connsiteY40" fmla="*/ 3264408 h 3950208"/>
              <a:gd name="connsiteX41" fmla="*/ 5486400 w 5550408"/>
              <a:gd name="connsiteY41" fmla="*/ 3319272 h 3950208"/>
              <a:gd name="connsiteX42" fmla="*/ 5468112 w 5550408"/>
              <a:gd name="connsiteY42" fmla="*/ 3383280 h 3950208"/>
              <a:gd name="connsiteX43" fmla="*/ 5394960 w 5550408"/>
              <a:gd name="connsiteY43" fmla="*/ 3621024 h 3950208"/>
              <a:gd name="connsiteX44" fmla="*/ 5340096 w 5550408"/>
              <a:gd name="connsiteY44" fmla="*/ 3739896 h 3950208"/>
              <a:gd name="connsiteX45" fmla="*/ 5312664 w 5550408"/>
              <a:gd name="connsiteY45" fmla="*/ 3785616 h 3950208"/>
              <a:gd name="connsiteX46" fmla="*/ 5193792 w 5550408"/>
              <a:gd name="connsiteY46" fmla="*/ 3858768 h 3950208"/>
              <a:gd name="connsiteX47" fmla="*/ 5129784 w 5550408"/>
              <a:gd name="connsiteY47" fmla="*/ 3867912 h 3950208"/>
              <a:gd name="connsiteX48" fmla="*/ 4562856 w 5550408"/>
              <a:gd name="connsiteY48" fmla="*/ 3867912 h 3950208"/>
              <a:gd name="connsiteX49" fmla="*/ 4434840 w 5550408"/>
              <a:gd name="connsiteY49" fmla="*/ 3886200 h 3950208"/>
              <a:gd name="connsiteX50" fmla="*/ 4361688 w 5550408"/>
              <a:gd name="connsiteY50" fmla="*/ 3904488 h 3950208"/>
              <a:gd name="connsiteX51" fmla="*/ 4233672 w 5550408"/>
              <a:gd name="connsiteY51" fmla="*/ 3922776 h 3950208"/>
              <a:gd name="connsiteX52" fmla="*/ 4096512 w 5550408"/>
              <a:gd name="connsiteY52" fmla="*/ 3950208 h 3950208"/>
              <a:gd name="connsiteX53" fmla="*/ 3538728 w 5550408"/>
              <a:gd name="connsiteY53" fmla="*/ 3941064 h 3950208"/>
              <a:gd name="connsiteX54" fmla="*/ 3300984 w 5550408"/>
              <a:gd name="connsiteY54" fmla="*/ 3922776 h 3950208"/>
              <a:gd name="connsiteX55" fmla="*/ 3136392 w 5550408"/>
              <a:gd name="connsiteY55" fmla="*/ 3877056 h 3950208"/>
              <a:gd name="connsiteX56" fmla="*/ 2843784 w 5550408"/>
              <a:gd name="connsiteY56" fmla="*/ 3886200 h 3950208"/>
              <a:gd name="connsiteX57" fmla="*/ 2734056 w 5550408"/>
              <a:gd name="connsiteY57" fmla="*/ 3904488 h 3950208"/>
              <a:gd name="connsiteX58" fmla="*/ 2103120 w 5550408"/>
              <a:gd name="connsiteY58" fmla="*/ 3877056 h 3950208"/>
              <a:gd name="connsiteX59" fmla="*/ 1490472 w 5550408"/>
              <a:gd name="connsiteY59" fmla="*/ 3904488 h 3950208"/>
              <a:gd name="connsiteX60" fmla="*/ 1216152 w 5550408"/>
              <a:gd name="connsiteY60" fmla="*/ 3895344 h 3950208"/>
              <a:gd name="connsiteX61" fmla="*/ 813816 w 5550408"/>
              <a:gd name="connsiteY61" fmla="*/ 3886200 h 3950208"/>
              <a:gd name="connsiteX62" fmla="*/ 576072 w 5550408"/>
              <a:gd name="connsiteY62" fmla="*/ 3822192 h 3950208"/>
              <a:gd name="connsiteX63" fmla="*/ 457200 w 5550408"/>
              <a:gd name="connsiteY63" fmla="*/ 3785616 h 3950208"/>
              <a:gd name="connsiteX64" fmla="*/ 338328 w 5550408"/>
              <a:gd name="connsiteY64" fmla="*/ 3730752 h 3950208"/>
              <a:gd name="connsiteX65" fmla="*/ 329184 w 5550408"/>
              <a:gd name="connsiteY65" fmla="*/ 3703320 h 3950208"/>
              <a:gd name="connsiteX66" fmla="*/ 310896 w 5550408"/>
              <a:gd name="connsiteY66" fmla="*/ 3657600 h 3950208"/>
              <a:gd name="connsiteX67" fmla="*/ 329184 w 5550408"/>
              <a:gd name="connsiteY67" fmla="*/ 3438144 h 3950208"/>
              <a:gd name="connsiteX68" fmla="*/ 347472 w 5550408"/>
              <a:gd name="connsiteY68" fmla="*/ 3364992 h 3950208"/>
              <a:gd name="connsiteX69" fmla="*/ 393192 w 5550408"/>
              <a:gd name="connsiteY69" fmla="*/ 3273552 h 3950208"/>
              <a:gd name="connsiteX70" fmla="*/ 475488 w 5550408"/>
              <a:gd name="connsiteY70" fmla="*/ 3136392 h 3950208"/>
              <a:gd name="connsiteX71" fmla="*/ 493776 w 5550408"/>
              <a:gd name="connsiteY71" fmla="*/ 3090672 h 3950208"/>
              <a:gd name="connsiteX72" fmla="*/ 502920 w 5550408"/>
              <a:gd name="connsiteY72" fmla="*/ 3063240 h 3950208"/>
              <a:gd name="connsiteX73" fmla="*/ 621792 w 5550408"/>
              <a:gd name="connsiteY73" fmla="*/ 2788920 h 3950208"/>
              <a:gd name="connsiteX74" fmla="*/ 704088 w 5550408"/>
              <a:gd name="connsiteY74" fmla="*/ 2542032 h 3950208"/>
              <a:gd name="connsiteX75" fmla="*/ 685800 w 5550408"/>
              <a:gd name="connsiteY75" fmla="*/ 2441448 h 3950208"/>
              <a:gd name="connsiteX76" fmla="*/ 667512 w 5550408"/>
              <a:gd name="connsiteY76" fmla="*/ 2414016 h 3950208"/>
              <a:gd name="connsiteX77" fmla="*/ 594360 w 5550408"/>
              <a:gd name="connsiteY77" fmla="*/ 2331720 h 3950208"/>
              <a:gd name="connsiteX78" fmla="*/ 512064 w 5550408"/>
              <a:gd name="connsiteY78" fmla="*/ 2176272 h 3950208"/>
              <a:gd name="connsiteX79" fmla="*/ 484632 w 5550408"/>
              <a:gd name="connsiteY79" fmla="*/ 2148840 h 3950208"/>
              <a:gd name="connsiteX80" fmla="*/ 475488 w 5550408"/>
              <a:gd name="connsiteY80" fmla="*/ 2093976 h 3950208"/>
              <a:gd name="connsiteX81" fmla="*/ 411480 w 5550408"/>
              <a:gd name="connsiteY81" fmla="*/ 2039112 h 3950208"/>
              <a:gd name="connsiteX82" fmla="*/ 356616 w 5550408"/>
              <a:gd name="connsiteY82" fmla="*/ 1993392 h 3950208"/>
              <a:gd name="connsiteX83" fmla="*/ 320040 w 5550408"/>
              <a:gd name="connsiteY83" fmla="*/ 1984248 h 3950208"/>
              <a:gd name="connsiteX84" fmla="*/ 283464 w 5550408"/>
              <a:gd name="connsiteY84" fmla="*/ 1929384 h 3950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550408" h="3950208">
                <a:moveTo>
                  <a:pt x="283464" y="1929384"/>
                </a:moveTo>
                <a:cubicBezTo>
                  <a:pt x="268224" y="1920240"/>
                  <a:pt x="250311" y="1914519"/>
                  <a:pt x="237744" y="1901952"/>
                </a:cubicBezTo>
                <a:cubicBezTo>
                  <a:pt x="222202" y="1886410"/>
                  <a:pt x="220015" y="1858396"/>
                  <a:pt x="201168" y="1847088"/>
                </a:cubicBezTo>
                <a:cubicBezTo>
                  <a:pt x="185928" y="1837944"/>
                  <a:pt x="168942" y="1831222"/>
                  <a:pt x="155448" y="1819656"/>
                </a:cubicBezTo>
                <a:cubicBezTo>
                  <a:pt x="125993" y="1794409"/>
                  <a:pt x="73152" y="1737360"/>
                  <a:pt x="73152" y="1737360"/>
                </a:cubicBezTo>
                <a:cubicBezTo>
                  <a:pt x="58712" y="1698852"/>
                  <a:pt x="37133" y="1637890"/>
                  <a:pt x="18288" y="1600200"/>
                </a:cubicBezTo>
                <a:cubicBezTo>
                  <a:pt x="13373" y="1590370"/>
                  <a:pt x="6096" y="1581912"/>
                  <a:pt x="0" y="1572768"/>
                </a:cubicBezTo>
                <a:cubicBezTo>
                  <a:pt x="15243" y="1507986"/>
                  <a:pt x="34600" y="1391122"/>
                  <a:pt x="73152" y="1325880"/>
                </a:cubicBezTo>
                <a:cubicBezTo>
                  <a:pt x="96411" y="1286518"/>
                  <a:pt x="131607" y="1255164"/>
                  <a:pt x="155448" y="1216152"/>
                </a:cubicBezTo>
                <a:lnTo>
                  <a:pt x="256032" y="1051560"/>
                </a:lnTo>
                <a:cubicBezTo>
                  <a:pt x="304387" y="972120"/>
                  <a:pt x="368586" y="856710"/>
                  <a:pt x="420624" y="804672"/>
                </a:cubicBezTo>
                <a:cubicBezTo>
                  <a:pt x="466344" y="758952"/>
                  <a:pt x="508112" y="708905"/>
                  <a:pt x="557784" y="667512"/>
                </a:cubicBezTo>
                <a:cubicBezTo>
                  <a:pt x="636764" y="601695"/>
                  <a:pt x="732804" y="515536"/>
                  <a:pt x="822960" y="457200"/>
                </a:cubicBezTo>
                <a:cubicBezTo>
                  <a:pt x="1037850" y="318154"/>
                  <a:pt x="1021573" y="333170"/>
                  <a:pt x="1252728" y="228600"/>
                </a:cubicBezTo>
                <a:cubicBezTo>
                  <a:pt x="1395683" y="163930"/>
                  <a:pt x="1489848" y="119974"/>
                  <a:pt x="1645920" y="73152"/>
                </a:cubicBezTo>
                <a:cubicBezTo>
                  <a:pt x="1676400" y="64008"/>
                  <a:pt x="1706329" y="52772"/>
                  <a:pt x="1737360" y="45720"/>
                </a:cubicBezTo>
                <a:cubicBezTo>
                  <a:pt x="2073378" y="-30648"/>
                  <a:pt x="1631358" y="86267"/>
                  <a:pt x="1947672" y="0"/>
                </a:cubicBezTo>
                <a:lnTo>
                  <a:pt x="2615184" y="18288"/>
                </a:lnTo>
                <a:cubicBezTo>
                  <a:pt x="2655231" y="20151"/>
                  <a:pt x="2694303" y="31391"/>
                  <a:pt x="2734056" y="36576"/>
                </a:cubicBezTo>
                <a:cubicBezTo>
                  <a:pt x="2790543" y="43944"/>
                  <a:pt x="2891604" y="50805"/>
                  <a:pt x="2944368" y="54864"/>
                </a:cubicBezTo>
                <a:cubicBezTo>
                  <a:pt x="3007774" y="66753"/>
                  <a:pt x="3152793" y="92644"/>
                  <a:pt x="3218688" y="109728"/>
                </a:cubicBezTo>
                <a:cubicBezTo>
                  <a:pt x="3258819" y="120132"/>
                  <a:pt x="3298447" y="132561"/>
                  <a:pt x="3337560" y="146304"/>
                </a:cubicBezTo>
                <a:cubicBezTo>
                  <a:pt x="3411269" y="172202"/>
                  <a:pt x="3487138" y="193661"/>
                  <a:pt x="3557016" y="228600"/>
                </a:cubicBezTo>
                <a:cubicBezTo>
                  <a:pt x="3896685" y="398435"/>
                  <a:pt x="3475547" y="180322"/>
                  <a:pt x="3803904" y="374904"/>
                </a:cubicBezTo>
                <a:cubicBezTo>
                  <a:pt x="3914720" y="440573"/>
                  <a:pt x="3944300" y="429031"/>
                  <a:pt x="4041648" y="512064"/>
                </a:cubicBezTo>
                <a:cubicBezTo>
                  <a:pt x="4113465" y="573319"/>
                  <a:pt x="4251912" y="713184"/>
                  <a:pt x="4334256" y="795528"/>
                </a:cubicBezTo>
                <a:lnTo>
                  <a:pt x="4425696" y="886968"/>
                </a:lnTo>
                <a:cubicBezTo>
                  <a:pt x="4459224" y="920496"/>
                  <a:pt x="4496255" y="950854"/>
                  <a:pt x="4526280" y="987552"/>
                </a:cubicBezTo>
                <a:cubicBezTo>
                  <a:pt x="4581144" y="1054608"/>
                  <a:pt x="4642813" y="1116631"/>
                  <a:pt x="4690872" y="1188720"/>
                </a:cubicBezTo>
                <a:cubicBezTo>
                  <a:pt x="4733544" y="1252728"/>
                  <a:pt x="4768231" y="1322850"/>
                  <a:pt x="4818888" y="1380744"/>
                </a:cubicBezTo>
                <a:cubicBezTo>
                  <a:pt x="4920518" y="1496892"/>
                  <a:pt x="4865672" y="1424125"/>
                  <a:pt x="4965192" y="1600200"/>
                </a:cubicBezTo>
                <a:cubicBezTo>
                  <a:pt x="5150546" y="1928135"/>
                  <a:pt x="4862428" y="1411349"/>
                  <a:pt x="5029200" y="1728216"/>
                </a:cubicBezTo>
                <a:cubicBezTo>
                  <a:pt x="5048922" y="1765687"/>
                  <a:pt x="5093208" y="1837944"/>
                  <a:pt x="5093208" y="1837944"/>
                </a:cubicBezTo>
                <a:cubicBezTo>
                  <a:pt x="5093874" y="1842608"/>
                  <a:pt x="5105824" y="1934706"/>
                  <a:pt x="5111496" y="1947672"/>
                </a:cubicBezTo>
                <a:cubicBezTo>
                  <a:pt x="5189622" y="2126246"/>
                  <a:pt x="5195224" y="2023688"/>
                  <a:pt x="5321808" y="2276856"/>
                </a:cubicBezTo>
                <a:cubicBezTo>
                  <a:pt x="5334000" y="2301240"/>
                  <a:pt x="5343935" y="2326890"/>
                  <a:pt x="5358384" y="2350008"/>
                </a:cubicBezTo>
                <a:cubicBezTo>
                  <a:pt x="5374538" y="2375855"/>
                  <a:pt x="5397742" y="2396919"/>
                  <a:pt x="5413248" y="2423160"/>
                </a:cubicBezTo>
                <a:cubicBezTo>
                  <a:pt x="5437519" y="2464234"/>
                  <a:pt x="5464149" y="2505303"/>
                  <a:pt x="5477256" y="2551176"/>
                </a:cubicBezTo>
                <a:cubicBezTo>
                  <a:pt x="5487698" y="2587724"/>
                  <a:pt x="5506870" y="2652135"/>
                  <a:pt x="5513832" y="2688336"/>
                </a:cubicBezTo>
                <a:cubicBezTo>
                  <a:pt x="5540889" y="2829030"/>
                  <a:pt x="5538710" y="2827385"/>
                  <a:pt x="5550408" y="2944368"/>
                </a:cubicBezTo>
                <a:cubicBezTo>
                  <a:pt x="5506839" y="3234827"/>
                  <a:pt x="5542039" y="3020308"/>
                  <a:pt x="5495544" y="3264408"/>
                </a:cubicBezTo>
                <a:cubicBezTo>
                  <a:pt x="5492075" y="3282621"/>
                  <a:pt x="5490569" y="3301207"/>
                  <a:pt x="5486400" y="3319272"/>
                </a:cubicBezTo>
                <a:cubicBezTo>
                  <a:pt x="5481410" y="3340894"/>
                  <a:pt x="5473102" y="3361658"/>
                  <a:pt x="5468112" y="3383280"/>
                </a:cubicBezTo>
                <a:cubicBezTo>
                  <a:pt x="5437155" y="3517428"/>
                  <a:pt x="5504093" y="3366381"/>
                  <a:pt x="5394960" y="3621024"/>
                </a:cubicBezTo>
                <a:cubicBezTo>
                  <a:pt x="5373783" y="3670436"/>
                  <a:pt x="5365305" y="3693680"/>
                  <a:pt x="5340096" y="3739896"/>
                </a:cubicBezTo>
                <a:cubicBezTo>
                  <a:pt x="5331585" y="3755499"/>
                  <a:pt x="5325231" y="3773049"/>
                  <a:pt x="5312664" y="3785616"/>
                </a:cubicBezTo>
                <a:cubicBezTo>
                  <a:pt x="5282632" y="3815648"/>
                  <a:pt x="5237520" y="3847836"/>
                  <a:pt x="5193792" y="3858768"/>
                </a:cubicBezTo>
                <a:cubicBezTo>
                  <a:pt x="5172883" y="3863995"/>
                  <a:pt x="5151120" y="3864864"/>
                  <a:pt x="5129784" y="3867912"/>
                </a:cubicBezTo>
                <a:cubicBezTo>
                  <a:pt x="4846257" y="3856571"/>
                  <a:pt x="4891910" y="3853287"/>
                  <a:pt x="4562856" y="3867912"/>
                </a:cubicBezTo>
                <a:cubicBezTo>
                  <a:pt x="4544125" y="3868745"/>
                  <a:pt x="4459004" y="3881022"/>
                  <a:pt x="4434840" y="3886200"/>
                </a:cubicBezTo>
                <a:cubicBezTo>
                  <a:pt x="4410263" y="3891466"/>
                  <a:pt x="4386417" y="3899992"/>
                  <a:pt x="4361688" y="3904488"/>
                </a:cubicBezTo>
                <a:cubicBezTo>
                  <a:pt x="4319278" y="3912199"/>
                  <a:pt x="4275119" y="3910934"/>
                  <a:pt x="4233672" y="3922776"/>
                </a:cubicBezTo>
                <a:cubicBezTo>
                  <a:pt x="4146036" y="3947815"/>
                  <a:pt x="4191682" y="3938312"/>
                  <a:pt x="4096512" y="3950208"/>
                </a:cubicBezTo>
                <a:lnTo>
                  <a:pt x="3538728" y="3941064"/>
                </a:lnTo>
                <a:cubicBezTo>
                  <a:pt x="3459293" y="3938325"/>
                  <a:pt x="3300984" y="3922776"/>
                  <a:pt x="3300984" y="3922776"/>
                </a:cubicBezTo>
                <a:cubicBezTo>
                  <a:pt x="3293226" y="3920448"/>
                  <a:pt x="3155305" y="3877529"/>
                  <a:pt x="3136392" y="3877056"/>
                </a:cubicBezTo>
                <a:lnTo>
                  <a:pt x="2843784" y="3886200"/>
                </a:lnTo>
                <a:cubicBezTo>
                  <a:pt x="2807208" y="3892296"/>
                  <a:pt x="2771133" y="3903966"/>
                  <a:pt x="2734056" y="3904488"/>
                </a:cubicBezTo>
                <a:cubicBezTo>
                  <a:pt x="2246191" y="3911359"/>
                  <a:pt x="2356631" y="3927758"/>
                  <a:pt x="2103120" y="3877056"/>
                </a:cubicBezTo>
                <a:cubicBezTo>
                  <a:pt x="1898904" y="3886200"/>
                  <a:pt x="1694849" y="3900274"/>
                  <a:pt x="1490472" y="3904488"/>
                </a:cubicBezTo>
                <a:cubicBezTo>
                  <a:pt x="1399001" y="3906374"/>
                  <a:pt x="1307609" y="3897816"/>
                  <a:pt x="1216152" y="3895344"/>
                </a:cubicBezTo>
                <a:lnTo>
                  <a:pt x="813816" y="3886200"/>
                </a:lnTo>
                <a:cubicBezTo>
                  <a:pt x="564255" y="3827480"/>
                  <a:pt x="744701" y="3874889"/>
                  <a:pt x="576072" y="3822192"/>
                </a:cubicBezTo>
                <a:cubicBezTo>
                  <a:pt x="559412" y="3816986"/>
                  <a:pt x="475879" y="3794956"/>
                  <a:pt x="457200" y="3785616"/>
                </a:cubicBezTo>
                <a:cubicBezTo>
                  <a:pt x="334897" y="3724465"/>
                  <a:pt x="431687" y="3749424"/>
                  <a:pt x="338328" y="3730752"/>
                </a:cubicBezTo>
                <a:cubicBezTo>
                  <a:pt x="335280" y="3721608"/>
                  <a:pt x="332568" y="3712345"/>
                  <a:pt x="329184" y="3703320"/>
                </a:cubicBezTo>
                <a:cubicBezTo>
                  <a:pt x="323421" y="3687951"/>
                  <a:pt x="311609" y="3673998"/>
                  <a:pt x="310896" y="3657600"/>
                </a:cubicBezTo>
                <a:cubicBezTo>
                  <a:pt x="308590" y="3604561"/>
                  <a:pt x="315217" y="3503324"/>
                  <a:pt x="329184" y="3438144"/>
                </a:cubicBezTo>
                <a:cubicBezTo>
                  <a:pt x="334450" y="3413567"/>
                  <a:pt x="338362" y="3388417"/>
                  <a:pt x="347472" y="3364992"/>
                </a:cubicBezTo>
                <a:cubicBezTo>
                  <a:pt x="359823" y="3333231"/>
                  <a:pt x="376542" y="3303285"/>
                  <a:pt x="393192" y="3273552"/>
                </a:cubicBezTo>
                <a:cubicBezTo>
                  <a:pt x="419243" y="3227032"/>
                  <a:pt x="455686" y="3185897"/>
                  <a:pt x="475488" y="3136392"/>
                </a:cubicBezTo>
                <a:cubicBezTo>
                  <a:pt x="481584" y="3121152"/>
                  <a:pt x="488013" y="3106041"/>
                  <a:pt x="493776" y="3090672"/>
                </a:cubicBezTo>
                <a:cubicBezTo>
                  <a:pt x="497160" y="3081647"/>
                  <a:pt x="499213" y="3072137"/>
                  <a:pt x="502920" y="3063240"/>
                </a:cubicBezTo>
                <a:cubicBezTo>
                  <a:pt x="547274" y="2956790"/>
                  <a:pt x="575237" y="2916945"/>
                  <a:pt x="621792" y="2788920"/>
                </a:cubicBezTo>
                <a:cubicBezTo>
                  <a:pt x="700255" y="2573146"/>
                  <a:pt x="680951" y="2657718"/>
                  <a:pt x="704088" y="2542032"/>
                </a:cubicBezTo>
                <a:cubicBezTo>
                  <a:pt x="697992" y="2508504"/>
                  <a:pt x="695162" y="2474215"/>
                  <a:pt x="685800" y="2441448"/>
                </a:cubicBezTo>
                <a:cubicBezTo>
                  <a:pt x="682781" y="2430881"/>
                  <a:pt x="673900" y="2422959"/>
                  <a:pt x="667512" y="2414016"/>
                </a:cubicBezTo>
                <a:cubicBezTo>
                  <a:pt x="633876" y="2366925"/>
                  <a:pt x="641343" y="2378703"/>
                  <a:pt x="594360" y="2331720"/>
                </a:cubicBezTo>
                <a:cubicBezTo>
                  <a:pt x="573687" y="2280039"/>
                  <a:pt x="549924" y="2214132"/>
                  <a:pt x="512064" y="2176272"/>
                </a:cubicBezTo>
                <a:lnTo>
                  <a:pt x="484632" y="2148840"/>
                </a:lnTo>
                <a:cubicBezTo>
                  <a:pt x="481584" y="2130552"/>
                  <a:pt x="482374" y="2111190"/>
                  <a:pt x="475488" y="2093976"/>
                </a:cubicBezTo>
                <a:cubicBezTo>
                  <a:pt x="456407" y="2046273"/>
                  <a:pt x="446903" y="2064414"/>
                  <a:pt x="411480" y="2039112"/>
                </a:cubicBezTo>
                <a:cubicBezTo>
                  <a:pt x="378524" y="2015572"/>
                  <a:pt x="392898" y="2008941"/>
                  <a:pt x="356616" y="1993392"/>
                </a:cubicBezTo>
                <a:cubicBezTo>
                  <a:pt x="345065" y="1988442"/>
                  <a:pt x="332232" y="1987296"/>
                  <a:pt x="320040" y="1984248"/>
                </a:cubicBezTo>
                <a:lnTo>
                  <a:pt x="283464" y="1929384"/>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7A3CF7C-E540-6C8D-2E4B-23666CBB506A}"/>
              </a:ext>
            </a:extLst>
          </p:cNvPr>
          <p:cNvSpPr/>
          <p:nvPr/>
        </p:nvSpPr>
        <p:spPr>
          <a:xfrm>
            <a:off x="278657" y="140047"/>
            <a:ext cx="2208511" cy="774353"/>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Lower </a:t>
            </a:r>
            <a:r>
              <a:rPr lang="en-GB" sz="1400" dirty="0">
                <a:solidFill>
                  <a:schemeClr val="tx1"/>
                </a:solidFill>
              </a:rPr>
              <a:t>spending scores and income</a:t>
            </a:r>
          </a:p>
        </p:txBody>
      </p:sp>
      <p:sp>
        <p:nvSpPr>
          <p:cNvPr id="23" name="Rectangle 22">
            <a:extLst>
              <a:ext uri="{FF2B5EF4-FFF2-40B4-BE49-F238E27FC236}">
                <a16:creationId xmlns:a16="http://schemas.microsoft.com/office/drawing/2014/main" id="{2598D4D7-310F-A89F-7683-A108B3344DBC}"/>
              </a:ext>
            </a:extLst>
          </p:cNvPr>
          <p:cNvSpPr/>
          <p:nvPr/>
        </p:nvSpPr>
        <p:spPr>
          <a:xfrm>
            <a:off x="9704832" y="126482"/>
            <a:ext cx="2208511" cy="774353"/>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Higher </a:t>
            </a:r>
            <a:r>
              <a:rPr lang="en-GB" sz="1400" dirty="0">
                <a:solidFill>
                  <a:schemeClr val="tx1"/>
                </a:solidFill>
              </a:rPr>
              <a:t>spending scores and income</a:t>
            </a:r>
            <a:endParaRPr lang="en-GB" sz="1400" b="1" dirty="0">
              <a:solidFill>
                <a:schemeClr val="tx1"/>
              </a:solidFill>
            </a:endParaRPr>
          </a:p>
        </p:txBody>
      </p:sp>
      <p:cxnSp>
        <p:nvCxnSpPr>
          <p:cNvPr id="25" name="Straight Connector 24">
            <a:extLst>
              <a:ext uri="{FF2B5EF4-FFF2-40B4-BE49-F238E27FC236}">
                <a16:creationId xmlns:a16="http://schemas.microsoft.com/office/drawing/2014/main" id="{2D833B6D-8236-027F-BCCC-76BD2F16715A}"/>
              </a:ext>
            </a:extLst>
          </p:cNvPr>
          <p:cNvCxnSpPr/>
          <p:nvPr/>
        </p:nvCxnSpPr>
        <p:spPr>
          <a:xfrm>
            <a:off x="2807208" y="527223"/>
            <a:ext cx="6675120" cy="0"/>
          </a:xfrm>
          <a:prstGeom prst="line">
            <a:avLst/>
          </a:prstGeom>
          <a:ln w="28575"/>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3926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F0E14E-8E6A-E689-7726-1D16FD55BEE5}"/>
              </a:ext>
            </a:extLst>
          </p:cNvPr>
          <p:cNvSpPr/>
          <p:nvPr/>
        </p:nvSpPr>
        <p:spPr>
          <a:xfrm>
            <a:off x="98399" y="137299"/>
            <a:ext cx="11995201" cy="146740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6. Customers with high loyalty tend to have both a high spending score and a high income</a:t>
            </a:r>
          </a:p>
          <a:p>
            <a:pPr algn="ctr"/>
            <a:r>
              <a:rPr lang="en-GB" sz="2000" dirty="0">
                <a:solidFill>
                  <a:schemeClr val="tx1"/>
                </a:solidFill>
              </a:rPr>
              <a:t>Interpretation of the decision tree</a:t>
            </a:r>
          </a:p>
        </p:txBody>
      </p:sp>
      <p:pic>
        <p:nvPicPr>
          <p:cNvPr id="3" name="Picture 2" descr="A gold star on a black background&#10;&#10;AI-generated content may be incorrect.">
            <a:extLst>
              <a:ext uri="{FF2B5EF4-FFF2-40B4-BE49-F238E27FC236}">
                <a16:creationId xmlns:a16="http://schemas.microsoft.com/office/drawing/2014/main" id="{DFBC3B66-7CEC-D28B-667F-FE7ED7407A8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263106" y="2136380"/>
            <a:ext cx="1219200" cy="1219200"/>
          </a:xfrm>
          <a:prstGeom prst="rect">
            <a:avLst/>
          </a:prstGeom>
          <a:ln w="76200">
            <a:solidFill>
              <a:srgbClr val="00B050"/>
            </a:solidFill>
          </a:ln>
        </p:spPr>
      </p:pic>
      <p:pic>
        <p:nvPicPr>
          <p:cNvPr id="4" name="Picture 3">
            <a:extLst>
              <a:ext uri="{FF2B5EF4-FFF2-40B4-BE49-F238E27FC236}">
                <a16:creationId xmlns:a16="http://schemas.microsoft.com/office/drawing/2014/main" id="{D77DF19C-0B58-8200-154D-055DD346B2BE}"/>
              </a:ext>
            </a:extLst>
          </p:cNvPr>
          <p:cNvPicPr>
            <a:picLocks noChangeAspect="1"/>
          </p:cNvPicPr>
          <p:nvPr/>
        </p:nvPicPr>
        <p:blipFill>
          <a:blip r:embed="rId4"/>
          <a:srcRect l="32294" t="15925" r="38575" b="23770"/>
          <a:stretch/>
        </p:blipFill>
        <p:spPr>
          <a:xfrm>
            <a:off x="2189863" y="2028105"/>
            <a:ext cx="1355337" cy="1400895"/>
          </a:xfrm>
          <a:prstGeom prst="rect">
            <a:avLst/>
          </a:prstGeom>
          <a:ln w="76200">
            <a:solidFill>
              <a:srgbClr val="00B050"/>
            </a:solidFill>
            <a:extLst>
              <a:ext uri="{C807C97D-BFC1-408E-A445-0C87EB9F89A2}">
                <ask:lineSketchStyleProps xmlns:ask="http://schemas.microsoft.com/office/drawing/2018/sketchyshapes">
                  <ask:type>
                    <ask:lineSketchNone/>
                  </ask:type>
                </ask:lineSketchStyleProps>
              </a:ext>
            </a:extLst>
          </a:ln>
        </p:spPr>
      </p:pic>
      <p:pic>
        <p:nvPicPr>
          <p:cNvPr id="5" name="Picture 4" descr="23,253 Bag Money Pounds Royalty-Free Images, Stock Photos &amp; Pictures |  Shutterstock">
            <a:extLst>
              <a:ext uri="{FF2B5EF4-FFF2-40B4-BE49-F238E27FC236}">
                <a16:creationId xmlns:a16="http://schemas.microsoft.com/office/drawing/2014/main" id="{79DF0294-8AC2-DCCF-20D4-E168E050134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9178" b="4834"/>
          <a:stretch/>
        </p:blipFill>
        <p:spPr bwMode="auto">
          <a:xfrm>
            <a:off x="4764401" y="1994851"/>
            <a:ext cx="1706526" cy="1467402"/>
          </a:xfrm>
          <a:prstGeom prst="rect">
            <a:avLst/>
          </a:prstGeom>
          <a:noFill/>
          <a:ln w="76200">
            <a:solidFill>
              <a:srgbClr val="00B050"/>
            </a:solidFill>
            <a:extLst>
              <a:ext uri="{C807C97D-BFC1-408E-A445-0C87EB9F89A2}">
                <ask:lineSketchStyleProps xmlns:ask="http://schemas.microsoft.com/office/drawing/2018/sketchyshapes">
                  <ask:type>
                    <ask:lineSketchNone/>
                  </ask:type>
                </ask:lineSketchStyleProps>
              </a:ext>
            </a:extLst>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4C40A58-6E0D-D1CA-7823-FA5FEE95C78C}"/>
              </a:ext>
            </a:extLst>
          </p:cNvPr>
          <p:cNvSpPr txBox="1"/>
          <p:nvPr/>
        </p:nvSpPr>
        <p:spPr>
          <a:xfrm>
            <a:off x="3776472" y="2423160"/>
            <a:ext cx="777240" cy="707886"/>
          </a:xfrm>
          <a:prstGeom prst="rect">
            <a:avLst/>
          </a:prstGeom>
          <a:noFill/>
        </p:spPr>
        <p:txBody>
          <a:bodyPr wrap="square" rtlCol="0">
            <a:spAutoFit/>
          </a:bodyPr>
          <a:lstStyle/>
          <a:p>
            <a:pPr algn="ctr"/>
            <a:r>
              <a:rPr lang="en-GB" sz="4000" b="1" dirty="0"/>
              <a:t>+</a:t>
            </a:r>
          </a:p>
        </p:txBody>
      </p:sp>
      <p:sp>
        <p:nvSpPr>
          <p:cNvPr id="7" name="Arrow: Right 6">
            <a:extLst>
              <a:ext uri="{FF2B5EF4-FFF2-40B4-BE49-F238E27FC236}">
                <a16:creationId xmlns:a16="http://schemas.microsoft.com/office/drawing/2014/main" id="{7EFFB299-D528-8438-B359-7C509D506609}"/>
              </a:ext>
            </a:extLst>
          </p:cNvPr>
          <p:cNvSpPr/>
          <p:nvPr/>
        </p:nvSpPr>
        <p:spPr>
          <a:xfrm>
            <a:off x="6812280" y="2514600"/>
            <a:ext cx="1069848" cy="48463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23A8403-38E4-4D42-30D9-8DDEE52E6FBB}"/>
              </a:ext>
            </a:extLst>
          </p:cNvPr>
          <p:cNvSpPr/>
          <p:nvPr/>
        </p:nvSpPr>
        <p:spPr>
          <a:xfrm>
            <a:off x="492259" y="5017557"/>
            <a:ext cx="1190237" cy="68829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Frequently</a:t>
            </a:r>
            <a:endParaRPr lang="en-GB" sz="1400" dirty="0">
              <a:solidFill>
                <a:schemeClr val="tx1"/>
              </a:solidFill>
            </a:endParaRPr>
          </a:p>
        </p:txBody>
      </p:sp>
      <p:pic>
        <p:nvPicPr>
          <p:cNvPr id="10" name="Picture 9" descr="A gold star on a black background&#10;&#10;AI-generated content may be incorrect.">
            <a:extLst>
              <a:ext uri="{FF2B5EF4-FFF2-40B4-BE49-F238E27FC236}">
                <a16:creationId xmlns:a16="http://schemas.microsoft.com/office/drawing/2014/main" id="{9F75AC45-6EFE-4C32-0C58-07AE1D60732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853651" y="4693652"/>
            <a:ext cx="1039636" cy="1039636"/>
          </a:xfrm>
          <a:prstGeom prst="rect">
            <a:avLst/>
          </a:prstGeom>
          <a:ln w="76200">
            <a:solidFill>
              <a:srgbClr val="FF0000"/>
            </a:solidFill>
          </a:ln>
        </p:spPr>
      </p:pic>
      <p:pic>
        <p:nvPicPr>
          <p:cNvPr id="11" name="Picture 10">
            <a:extLst>
              <a:ext uri="{FF2B5EF4-FFF2-40B4-BE49-F238E27FC236}">
                <a16:creationId xmlns:a16="http://schemas.microsoft.com/office/drawing/2014/main" id="{2433D495-6770-01E3-9007-3F188F69FD19}"/>
              </a:ext>
            </a:extLst>
          </p:cNvPr>
          <p:cNvPicPr>
            <a:picLocks noChangeAspect="1"/>
          </p:cNvPicPr>
          <p:nvPr/>
        </p:nvPicPr>
        <p:blipFill>
          <a:blip r:embed="rId4"/>
          <a:srcRect l="32294" t="15925" r="38575" b="23770"/>
          <a:stretch/>
        </p:blipFill>
        <p:spPr>
          <a:xfrm>
            <a:off x="2274184" y="4649385"/>
            <a:ext cx="1155723" cy="1194571"/>
          </a:xfrm>
          <a:prstGeom prst="rect">
            <a:avLst/>
          </a:prstGeom>
          <a:ln w="76200">
            <a:solidFill>
              <a:srgbClr val="FF0000"/>
            </a:solidFill>
            <a:extLst>
              <a:ext uri="{C807C97D-BFC1-408E-A445-0C87EB9F89A2}">
                <ask:lineSketchStyleProps xmlns:ask="http://schemas.microsoft.com/office/drawing/2018/sketchyshapes">
                  <ask:type>
                    <ask:lineSketchNone/>
                  </ask:type>
                </ask:lineSketchStyleProps>
              </a:ext>
            </a:extLst>
          </a:ln>
        </p:spPr>
      </p:pic>
      <p:pic>
        <p:nvPicPr>
          <p:cNvPr id="12" name="Picture 11" descr="23,253 Bag Money Pounds Royalty-Free Images, Stock Photos &amp; Pictures |  Shutterstock">
            <a:extLst>
              <a:ext uri="{FF2B5EF4-FFF2-40B4-BE49-F238E27FC236}">
                <a16:creationId xmlns:a16="http://schemas.microsoft.com/office/drawing/2014/main" id="{A528A4EA-410C-2253-48A8-3B67CDF5D62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9178" b="4834"/>
          <a:stretch/>
        </p:blipFill>
        <p:spPr bwMode="auto">
          <a:xfrm>
            <a:off x="4729543" y="4649385"/>
            <a:ext cx="1455189" cy="1251283"/>
          </a:xfrm>
          <a:prstGeom prst="rect">
            <a:avLst/>
          </a:prstGeom>
          <a:noFill/>
          <a:ln w="76200">
            <a:solidFill>
              <a:srgbClr val="FF0000"/>
            </a:solidFill>
            <a:extLst>
              <a:ext uri="{C807C97D-BFC1-408E-A445-0C87EB9F89A2}">
                <ask:lineSketchStyleProps xmlns:ask="http://schemas.microsoft.com/office/drawing/2018/sketchyshapes">
                  <ask:type>
                    <ask:lineSketchNone/>
                  </ask:type>
                </ask:lineSketchStyleProps>
              </a:ext>
            </a:extLst>
          </a:ln>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9EA2799-C902-63CB-581B-CFE501A2D471}"/>
              </a:ext>
            </a:extLst>
          </p:cNvPr>
          <p:cNvSpPr txBox="1"/>
          <p:nvPr/>
        </p:nvSpPr>
        <p:spPr>
          <a:xfrm>
            <a:off x="3860793" y="4925568"/>
            <a:ext cx="437864" cy="707886"/>
          </a:xfrm>
          <a:prstGeom prst="rect">
            <a:avLst/>
          </a:prstGeom>
          <a:noFill/>
        </p:spPr>
        <p:txBody>
          <a:bodyPr wrap="square" rtlCol="0">
            <a:spAutoFit/>
          </a:bodyPr>
          <a:lstStyle/>
          <a:p>
            <a:pPr algn="ctr"/>
            <a:r>
              <a:rPr lang="en-GB" sz="4000" b="1" dirty="0"/>
              <a:t>+</a:t>
            </a:r>
          </a:p>
        </p:txBody>
      </p:sp>
      <p:sp>
        <p:nvSpPr>
          <p:cNvPr id="14" name="Arrow: Right 13">
            <a:extLst>
              <a:ext uri="{FF2B5EF4-FFF2-40B4-BE49-F238E27FC236}">
                <a16:creationId xmlns:a16="http://schemas.microsoft.com/office/drawing/2014/main" id="{823C7661-D5B1-A6C1-7EA4-7D79C143BCE8}"/>
              </a:ext>
            </a:extLst>
          </p:cNvPr>
          <p:cNvSpPr/>
          <p:nvPr/>
        </p:nvSpPr>
        <p:spPr>
          <a:xfrm>
            <a:off x="6663373" y="5040042"/>
            <a:ext cx="602706" cy="41325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29583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P spid="13" grpId="0"/>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2BBB0C0-BFEE-E9E4-42C5-DFFFF87EEA44}"/>
              </a:ext>
            </a:extLst>
          </p:cNvPr>
          <p:cNvSpPr/>
          <p:nvPr/>
        </p:nvSpPr>
        <p:spPr>
          <a:xfrm>
            <a:off x="3229712" y="331313"/>
            <a:ext cx="5732576" cy="97627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Summary of key insights from question 1</a:t>
            </a:r>
          </a:p>
        </p:txBody>
      </p:sp>
      <p:sp>
        <p:nvSpPr>
          <p:cNvPr id="3" name="Rectangle: Rounded Corners 2">
            <a:extLst>
              <a:ext uri="{FF2B5EF4-FFF2-40B4-BE49-F238E27FC236}">
                <a16:creationId xmlns:a16="http://schemas.microsoft.com/office/drawing/2014/main" id="{D8CCB130-23FC-79F6-8F47-9DC1CC77152A}"/>
              </a:ext>
            </a:extLst>
          </p:cNvPr>
          <p:cNvSpPr/>
          <p:nvPr/>
        </p:nvSpPr>
        <p:spPr>
          <a:xfrm>
            <a:off x="548869" y="2112432"/>
            <a:ext cx="10094747" cy="77816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1. Most customers have fewer than 2000 loyalty points and few customers have high loyalty points.</a:t>
            </a:r>
          </a:p>
        </p:txBody>
      </p:sp>
      <p:sp>
        <p:nvSpPr>
          <p:cNvPr id="5" name="Rectangle: Rounded Corners 4">
            <a:extLst>
              <a:ext uri="{FF2B5EF4-FFF2-40B4-BE49-F238E27FC236}">
                <a16:creationId xmlns:a16="http://schemas.microsoft.com/office/drawing/2014/main" id="{6D157E97-5A9A-A426-796B-63E2D3FD0579}"/>
              </a:ext>
            </a:extLst>
          </p:cNvPr>
          <p:cNvSpPr/>
          <p:nvPr/>
        </p:nvSpPr>
        <p:spPr>
          <a:xfrm>
            <a:off x="548869" y="3653572"/>
            <a:ext cx="7122947" cy="77816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2. Spending scores and income are the strongest predictors of loyalty.</a:t>
            </a:r>
          </a:p>
        </p:txBody>
      </p:sp>
      <p:sp>
        <p:nvSpPr>
          <p:cNvPr id="7" name="Rectangle: Rounded Corners 6">
            <a:extLst>
              <a:ext uri="{FF2B5EF4-FFF2-40B4-BE49-F238E27FC236}">
                <a16:creationId xmlns:a16="http://schemas.microsoft.com/office/drawing/2014/main" id="{C30D1A9B-C08C-B514-2C3D-C719BA98A9E8}"/>
              </a:ext>
            </a:extLst>
          </p:cNvPr>
          <p:cNvSpPr/>
          <p:nvPr/>
        </p:nvSpPr>
        <p:spPr>
          <a:xfrm>
            <a:off x="548869" y="5194712"/>
            <a:ext cx="9847859" cy="86471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3. High income and spending scores tend to lead to high loyalty BUT on their own don’t necessarily lead to high loyalty. </a:t>
            </a:r>
          </a:p>
        </p:txBody>
      </p:sp>
    </p:spTree>
    <p:extLst>
      <p:ext uri="{BB962C8B-B14F-4D97-AF65-F5344CB8AC3E}">
        <p14:creationId xmlns:p14="http://schemas.microsoft.com/office/powerpoint/2010/main" val="278884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36CAE-7D01-B71E-091B-3A63D1B293A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486D8C9-B322-F008-5411-0D9685B2DFC3}"/>
              </a:ext>
            </a:extLst>
          </p:cNvPr>
          <p:cNvSpPr/>
          <p:nvPr/>
        </p:nvSpPr>
        <p:spPr>
          <a:xfrm>
            <a:off x="521920" y="2251553"/>
            <a:ext cx="3210836"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1: </a:t>
            </a:r>
          </a:p>
          <a:p>
            <a:pPr algn="ctr"/>
            <a:r>
              <a:rPr lang="en-GB" sz="2000" b="1" dirty="0">
                <a:solidFill>
                  <a:schemeClr val="tx1"/>
                </a:solidFill>
              </a:rPr>
              <a:t>Is the loyalty points data useful and what insights can it provide about customer loyalty behaviour?</a:t>
            </a:r>
          </a:p>
        </p:txBody>
      </p:sp>
      <p:sp>
        <p:nvSpPr>
          <p:cNvPr id="3" name="Rectangle: Rounded Corners 2">
            <a:extLst>
              <a:ext uri="{FF2B5EF4-FFF2-40B4-BE49-F238E27FC236}">
                <a16:creationId xmlns:a16="http://schemas.microsoft.com/office/drawing/2014/main" id="{20FB8C89-895A-6D70-C27F-3B4D3C28D325}"/>
              </a:ext>
            </a:extLst>
          </p:cNvPr>
          <p:cNvSpPr/>
          <p:nvPr/>
        </p:nvSpPr>
        <p:spPr>
          <a:xfrm>
            <a:off x="4685257" y="2251553"/>
            <a:ext cx="2969711"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2: </a:t>
            </a:r>
          </a:p>
          <a:p>
            <a:pPr algn="ctr"/>
            <a:r>
              <a:rPr lang="en-GB" sz="2000" b="1" dirty="0">
                <a:solidFill>
                  <a:schemeClr val="tx1"/>
                </a:solidFill>
              </a:rPr>
              <a:t>How can customers be segmented into groups?</a:t>
            </a:r>
          </a:p>
        </p:txBody>
      </p:sp>
      <p:sp>
        <p:nvSpPr>
          <p:cNvPr id="4" name="Rectangle: Rounded Corners 3">
            <a:extLst>
              <a:ext uri="{FF2B5EF4-FFF2-40B4-BE49-F238E27FC236}">
                <a16:creationId xmlns:a16="http://schemas.microsoft.com/office/drawing/2014/main" id="{B9160032-9885-2C11-478B-9EC386273366}"/>
              </a:ext>
            </a:extLst>
          </p:cNvPr>
          <p:cNvSpPr/>
          <p:nvPr/>
        </p:nvSpPr>
        <p:spPr>
          <a:xfrm>
            <a:off x="8607470" y="2251553"/>
            <a:ext cx="3210836"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3:</a:t>
            </a:r>
          </a:p>
          <a:p>
            <a:pPr algn="ctr"/>
            <a:r>
              <a:rPr lang="en-GB" sz="2000" b="1" dirty="0">
                <a:solidFill>
                  <a:schemeClr val="tx1"/>
                </a:solidFill>
              </a:rPr>
              <a:t>What insights can be gained by analysing customer sentiment from reviews?</a:t>
            </a:r>
          </a:p>
        </p:txBody>
      </p:sp>
      <p:sp>
        <p:nvSpPr>
          <p:cNvPr id="5" name="Arrow: Right 4">
            <a:extLst>
              <a:ext uri="{FF2B5EF4-FFF2-40B4-BE49-F238E27FC236}">
                <a16:creationId xmlns:a16="http://schemas.microsoft.com/office/drawing/2014/main" id="{B0970241-D266-E35C-711E-180C0FEE273F}"/>
              </a:ext>
            </a:extLst>
          </p:cNvPr>
          <p:cNvSpPr/>
          <p:nvPr/>
        </p:nvSpPr>
        <p:spPr>
          <a:xfrm>
            <a:off x="3883329" y="3203530"/>
            <a:ext cx="726509" cy="45093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D5B29B60-D8C5-4D0E-A474-EC4C2CC2EEAC}"/>
              </a:ext>
            </a:extLst>
          </p:cNvPr>
          <p:cNvSpPr/>
          <p:nvPr/>
        </p:nvSpPr>
        <p:spPr>
          <a:xfrm>
            <a:off x="7778915" y="3203530"/>
            <a:ext cx="726509" cy="45093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9F27E52B-B53B-4462-34B8-0BF8C107ACC5}"/>
              </a:ext>
            </a:extLst>
          </p:cNvPr>
          <p:cNvSpPr/>
          <p:nvPr/>
        </p:nvSpPr>
        <p:spPr>
          <a:xfrm>
            <a:off x="4187020" y="1562621"/>
            <a:ext cx="3993979" cy="3773467"/>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3205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80AB73E-D98C-5668-F313-E82F47EA5FE2}"/>
              </a:ext>
            </a:extLst>
          </p:cNvPr>
          <p:cNvSpPr/>
          <p:nvPr/>
        </p:nvSpPr>
        <p:spPr>
          <a:xfrm>
            <a:off x="1931848" y="185009"/>
            <a:ext cx="8328304" cy="61051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Using clustering, we can segment customers into 5 distinct groups</a:t>
            </a:r>
          </a:p>
        </p:txBody>
      </p:sp>
      <p:pic>
        <p:nvPicPr>
          <p:cNvPr id="4" name="Picture 3" descr="A screen shot of a graph&#10;&#10;AI-generated content may be incorrect.">
            <a:extLst>
              <a:ext uri="{FF2B5EF4-FFF2-40B4-BE49-F238E27FC236}">
                <a16:creationId xmlns:a16="http://schemas.microsoft.com/office/drawing/2014/main" id="{4AEA0C8F-2A71-7B11-2465-32BE11A740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820" y="1206501"/>
            <a:ext cx="10870637" cy="5289782"/>
          </a:xfrm>
          <a:prstGeom prst="rect">
            <a:avLst/>
          </a:prstGeom>
        </p:spPr>
      </p:pic>
      <p:sp>
        <p:nvSpPr>
          <p:cNvPr id="5" name="Rectangle 4">
            <a:extLst>
              <a:ext uri="{FF2B5EF4-FFF2-40B4-BE49-F238E27FC236}">
                <a16:creationId xmlns:a16="http://schemas.microsoft.com/office/drawing/2014/main" id="{FC7503E6-3A05-5CC1-25DF-5F37C12B205E}"/>
              </a:ext>
            </a:extLst>
          </p:cNvPr>
          <p:cNvSpPr/>
          <p:nvPr/>
        </p:nvSpPr>
        <p:spPr>
          <a:xfrm>
            <a:off x="9378649" y="3855719"/>
            <a:ext cx="2512108" cy="187231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You can target marketing at these groups</a:t>
            </a:r>
            <a:endParaRPr lang="en-GB" dirty="0">
              <a:solidFill>
                <a:schemeClr val="tx1"/>
              </a:solidFill>
            </a:endParaRPr>
          </a:p>
        </p:txBody>
      </p:sp>
    </p:spTree>
    <p:extLst>
      <p:ext uri="{BB962C8B-B14F-4D97-AF65-F5344CB8AC3E}">
        <p14:creationId xmlns:p14="http://schemas.microsoft.com/office/powerpoint/2010/main" val="3506383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5BC1-ADE9-00F9-FB7D-6BF162F9FE7F}"/>
            </a:ext>
          </a:extLst>
        </p:cNvPr>
        <p:cNvGrpSpPr/>
        <p:nvPr/>
      </p:nvGrpSpPr>
      <p:grpSpPr>
        <a:xfrm>
          <a:off x="0" y="0"/>
          <a:ext cx="0" cy="0"/>
          <a:chOff x="0" y="0"/>
          <a:chExt cx="0" cy="0"/>
        </a:xfrm>
      </p:grpSpPr>
      <p:pic>
        <p:nvPicPr>
          <p:cNvPr id="2" name="Picture 1" descr="A screen shot of a graph&#10;&#10;AI-generated content may be incorrect.">
            <a:extLst>
              <a:ext uri="{FF2B5EF4-FFF2-40B4-BE49-F238E27FC236}">
                <a16:creationId xmlns:a16="http://schemas.microsoft.com/office/drawing/2014/main" id="{22925C00-F73A-DEC6-AC68-0D461E32454F}"/>
              </a:ext>
            </a:extLst>
          </p:cNvPr>
          <p:cNvPicPr>
            <a:picLocks noChangeAspect="1"/>
          </p:cNvPicPr>
          <p:nvPr/>
        </p:nvPicPr>
        <p:blipFill>
          <a:blip r:embed="rId2">
            <a:extLst>
              <a:ext uri="{28A0092B-C50C-407E-A947-70E740481C1C}">
                <a14:useLocalDpi xmlns:a14="http://schemas.microsoft.com/office/drawing/2010/main" val="0"/>
              </a:ext>
            </a:extLst>
          </a:blip>
          <a:srcRect r="24176"/>
          <a:stretch/>
        </p:blipFill>
        <p:spPr>
          <a:xfrm>
            <a:off x="86553" y="1018636"/>
            <a:ext cx="7768143" cy="4985319"/>
          </a:xfrm>
          <a:prstGeom prst="rect">
            <a:avLst/>
          </a:prstGeom>
        </p:spPr>
      </p:pic>
      <p:sp>
        <p:nvSpPr>
          <p:cNvPr id="3" name="Rectangle 2">
            <a:extLst>
              <a:ext uri="{FF2B5EF4-FFF2-40B4-BE49-F238E27FC236}">
                <a16:creationId xmlns:a16="http://schemas.microsoft.com/office/drawing/2014/main" id="{12CD37B7-B14C-2F7B-F9AB-0158080D9AFB}"/>
              </a:ext>
            </a:extLst>
          </p:cNvPr>
          <p:cNvSpPr/>
          <p:nvPr/>
        </p:nvSpPr>
        <p:spPr>
          <a:xfrm>
            <a:off x="8003492" y="1847088"/>
            <a:ext cx="3810556" cy="3255264"/>
          </a:xfrm>
          <a:prstGeom prst="rect">
            <a:avLst/>
          </a:prstGeom>
          <a:solidFill>
            <a:srgbClr val="FFDF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Affluent indulgers:</a:t>
            </a:r>
          </a:p>
          <a:p>
            <a:pPr algn="ctr"/>
            <a:r>
              <a:rPr lang="en-GB" dirty="0">
                <a:solidFill>
                  <a:schemeClr val="tx1"/>
                </a:solidFill>
              </a:rPr>
              <a:t>High income, high spending score</a:t>
            </a:r>
          </a:p>
          <a:p>
            <a:pPr algn="ctr"/>
            <a:endParaRPr lang="en-GB" dirty="0">
              <a:solidFill>
                <a:schemeClr val="tx1"/>
              </a:solidFill>
            </a:endParaRPr>
          </a:p>
          <a:p>
            <a:pPr marL="285750" indent="-285750" algn="ctr">
              <a:buFont typeface="Arial" panose="020B0604020202020204" pitchFamily="34" charset="0"/>
              <a:buChar char="•"/>
            </a:pPr>
            <a:r>
              <a:rPr lang="en-GB" dirty="0">
                <a:solidFill>
                  <a:schemeClr val="tx1"/>
                </a:solidFill>
              </a:rPr>
              <a:t>Focus on marketing high value, luxury items as well as providing them with incentives to stay as they will bring in lots of revenue. Consider providing them with premium access to certain items if they accumulate a high number of loyalty points.</a:t>
            </a:r>
          </a:p>
        </p:txBody>
      </p:sp>
    </p:spTree>
    <p:extLst>
      <p:ext uri="{BB962C8B-B14F-4D97-AF65-F5344CB8AC3E}">
        <p14:creationId xmlns:p14="http://schemas.microsoft.com/office/powerpoint/2010/main" val="353017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DFF6E-CF23-956F-6CCB-B7FA5E31174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37FB4FE-3A94-1E69-14E4-AAE263C5BE3D}"/>
              </a:ext>
            </a:extLst>
          </p:cNvPr>
          <p:cNvSpPr/>
          <p:nvPr/>
        </p:nvSpPr>
        <p:spPr>
          <a:xfrm>
            <a:off x="521920" y="2251553"/>
            <a:ext cx="3210836"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1: </a:t>
            </a:r>
          </a:p>
          <a:p>
            <a:pPr algn="ctr"/>
            <a:r>
              <a:rPr lang="en-GB" sz="2000" b="1" dirty="0">
                <a:solidFill>
                  <a:schemeClr val="tx1"/>
                </a:solidFill>
              </a:rPr>
              <a:t>Is the loyalty points data useful and what insights can it provide about customer loyalty behaviour?</a:t>
            </a:r>
          </a:p>
        </p:txBody>
      </p:sp>
      <p:sp>
        <p:nvSpPr>
          <p:cNvPr id="3" name="Rectangle: Rounded Corners 2">
            <a:extLst>
              <a:ext uri="{FF2B5EF4-FFF2-40B4-BE49-F238E27FC236}">
                <a16:creationId xmlns:a16="http://schemas.microsoft.com/office/drawing/2014/main" id="{0DB4F6C7-5695-8FAD-EBC0-A8BD17D2E7CF}"/>
              </a:ext>
            </a:extLst>
          </p:cNvPr>
          <p:cNvSpPr/>
          <p:nvPr/>
        </p:nvSpPr>
        <p:spPr>
          <a:xfrm>
            <a:off x="4685257" y="2251553"/>
            <a:ext cx="2969711"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2: </a:t>
            </a:r>
          </a:p>
          <a:p>
            <a:pPr algn="ctr"/>
            <a:r>
              <a:rPr lang="en-GB" sz="2000" b="1" dirty="0">
                <a:solidFill>
                  <a:schemeClr val="tx1"/>
                </a:solidFill>
              </a:rPr>
              <a:t>How can customers be segmented into groups?</a:t>
            </a:r>
          </a:p>
        </p:txBody>
      </p:sp>
      <p:sp>
        <p:nvSpPr>
          <p:cNvPr id="4" name="Rectangle: Rounded Corners 3">
            <a:extLst>
              <a:ext uri="{FF2B5EF4-FFF2-40B4-BE49-F238E27FC236}">
                <a16:creationId xmlns:a16="http://schemas.microsoft.com/office/drawing/2014/main" id="{38498ABC-7905-6D4F-021B-4F24856A62EA}"/>
              </a:ext>
            </a:extLst>
          </p:cNvPr>
          <p:cNvSpPr/>
          <p:nvPr/>
        </p:nvSpPr>
        <p:spPr>
          <a:xfrm>
            <a:off x="8607470" y="2251553"/>
            <a:ext cx="3210836" cy="23548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Question 3:</a:t>
            </a:r>
          </a:p>
          <a:p>
            <a:pPr algn="ctr"/>
            <a:r>
              <a:rPr lang="en-GB" sz="2000" b="1" dirty="0">
                <a:solidFill>
                  <a:schemeClr val="tx1"/>
                </a:solidFill>
              </a:rPr>
              <a:t>What insights can be gained by analysing customer sentiment from reviews?</a:t>
            </a:r>
          </a:p>
        </p:txBody>
      </p:sp>
      <p:sp>
        <p:nvSpPr>
          <p:cNvPr id="5" name="Arrow: Right 4">
            <a:extLst>
              <a:ext uri="{FF2B5EF4-FFF2-40B4-BE49-F238E27FC236}">
                <a16:creationId xmlns:a16="http://schemas.microsoft.com/office/drawing/2014/main" id="{DF765740-5939-5051-0E12-80F81B3F29C5}"/>
              </a:ext>
            </a:extLst>
          </p:cNvPr>
          <p:cNvSpPr/>
          <p:nvPr/>
        </p:nvSpPr>
        <p:spPr>
          <a:xfrm>
            <a:off x="3883329" y="3203530"/>
            <a:ext cx="726509" cy="45093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8B31C53A-2811-1DC7-B301-CC1F406BF7BA}"/>
              </a:ext>
            </a:extLst>
          </p:cNvPr>
          <p:cNvSpPr/>
          <p:nvPr/>
        </p:nvSpPr>
        <p:spPr>
          <a:xfrm>
            <a:off x="7778915" y="3203530"/>
            <a:ext cx="726509" cy="45093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7AD04CA-CCF2-05EF-9829-6DE95BBB446C}"/>
              </a:ext>
            </a:extLst>
          </p:cNvPr>
          <p:cNvSpPr/>
          <p:nvPr/>
        </p:nvSpPr>
        <p:spPr>
          <a:xfrm>
            <a:off x="8279704" y="1562621"/>
            <a:ext cx="3834459" cy="3773467"/>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2369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6898A7B-5997-9DEC-93E2-7990846C0677}"/>
              </a:ext>
            </a:extLst>
          </p:cNvPr>
          <p:cNvSpPr/>
          <p:nvPr/>
        </p:nvSpPr>
        <p:spPr>
          <a:xfrm>
            <a:off x="1193104" y="197287"/>
            <a:ext cx="9805791"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Different sentiments for “reviews” and “summaries”</a:t>
            </a:r>
          </a:p>
        </p:txBody>
      </p:sp>
      <p:sp>
        <p:nvSpPr>
          <p:cNvPr id="3" name="Rectangle: Rounded Corners 2">
            <a:extLst>
              <a:ext uri="{FF2B5EF4-FFF2-40B4-BE49-F238E27FC236}">
                <a16:creationId xmlns:a16="http://schemas.microsoft.com/office/drawing/2014/main" id="{3ABBEE78-8840-23F8-784A-D8D6942884A1}"/>
              </a:ext>
            </a:extLst>
          </p:cNvPr>
          <p:cNvSpPr/>
          <p:nvPr/>
        </p:nvSpPr>
        <p:spPr>
          <a:xfrm>
            <a:off x="8116866" y="1769134"/>
            <a:ext cx="3683696" cy="183836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There was a large difference in the number of positive and neutral reviews between the “reviews” and the “summaries”</a:t>
            </a:r>
          </a:p>
        </p:txBody>
      </p:sp>
      <p:pic>
        <p:nvPicPr>
          <p:cNvPr id="5" name="Picture 4" descr="A graph with a bar chart&#10;&#10;AI-generated content may be incorrect.">
            <a:extLst>
              <a:ext uri="{FF2B5EF4-FFF2-40B4-BE49-F238E27FC236}">
                <a16:creationId xmlns:a16="http://schemas.microsoft.com/office/drawing/2014/main" id="{4D4E3D53-9941-A801-B11C-B225FCE2C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10" y="1815940"/>
            <a:ext cx="7316040" cy="4360094"/>
          </a:xfrm>
          <a:prstGeom prst="rect">
            <a:avLst/>
          </a:prstGeom>
        </p:spPr>
      </p:pic>
      <p:sp>
        <p:nvSpPr>
          <p:cNvPr id="6" name="Rectangle: Rounded Corners 5">
            <a:extLst>
              <a:ext uri="{FF2B5EF4-FFF2-40B4-BE49-F238E27FC236}">
                <a16:creationId xmlns:a16="http://schemas.microsoft.com/office/drawing/2014/main" id="{3AC774D9-2A57-74BD-1257-F9C714AF151F}"/>
              </a:ext>
            </a:extLst>
          </p:cNvPr>
          <p:cNvSpPr/>
          <p:nvPr/>
        </p:nvSpPr>
        <p:spPr>
          <a:xfrm>
            <a:off x="8116866" y="4010601"/>
            <a:ext cx="3683696" cy="183836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I decided to use the “reviews” rather than the “summaries” as summaries might miss important nuance that was in the reviews.</a:t>
            </a:r>
          </a:p>
        </p:txBody>
      </p:sp>
    </p:spTree>
    <p:extLst>
      <p:ext uri="{BB962C8B-B14F-4D97-AF65-F5344CB8AC3E}">
        <p14:creationId xmlns:p14="http://schemas.microsoft.com/office/powerpoint/2010/main" val="3280542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741DD3F-B968-DF2F-12DA-23B32FBA7F8E}"/>
              </a:ext>
            </a:extLst>
          </p:cNvPr>
          <p:cNvSpPr/>
          <p:nvPr/>
        </p:nvSpPr>
        <p:spPr>
          <a:xfrm>
            <a:off x="3235368" y="134657"/>
            <a:ext cx="5721263"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Most reviews are positive</a:t>
            </a:r>
          </a:p>
        </p:txBody>
      </p:sp>
      <p:pic>
        <p:nvPicPr>
          <p:cNvPr id="4" name="Picture 3" descr="A green barcode with black text&#10;&#10;AI-generated content may be incorrect.">
            <a:extLst>
              <a:ext uri="{FF2B5EF4-FFF2-40B4-BE49-F238E27FC236}">
                <a16:creationId xmlns:a16="http://schemas.microsoft.com/office/drawing/2014/main" id="{658BE2E3-F838-EC55-9FC0-06CAC67D8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971" y="1342096"/>
            <a:ext cx="9029487" cy="5381247"/>
          </a:xfrm>
          <a:prstGeom prst="rect">
            <a:avLst/>
          </a:prstGeom>
        </p:spPr>
      </p:pic>
      <p:sp>
        <p:nvSpPr>
          <p:cNvPr id="5" name="Rectangle: Rounded Corners 4">
            <a:extLst>
              <a:ext uri="{FF2B5EF4-FFF2-40B4-BE49-F238E27FC236}">
                <a16:creationId xmlns:a16="http://schemas.microsoft.com/office/drawing/2014/main" id="{02D3A831-0FBA-E7BC-C54B-6863CE4C38BB}"/>
              </a:ext>
            </a:extLst>
          </p:cNvPr>
          <p:cNvSpPr/>
          <p:nvPr/>
        </p:nvSpPr>
        <p:spPr>
          <a:xfrm>
            <a:off x="9460438" y="1457634"/>
            <a:ext cx="2490591" cy="112272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90%</a:t>
            </a:r>
            <a:r>
              <a:rPr lang="en-GB" dirty="0">
                <a:solidFill>
                  <a:schemeClr val="tx1"/>
                </a:solidFill>
              </a:rPr>
              <a:t> of reviews are positive</a:t>
            </a:r>
            <a:endParaRPr lang="en-GB" b="1" dirty="0">
              <a:solidFill>
                <a:schemeClr val="tx1"/>
              </a:solidFill>
            </a:endParaRPr>
          </a:p>
        </p:txBody>
      </p:sp>
      <p:sp>
        <p:nvSpPr>
          <p:cNvPr id="6" name="Rectangle: Rounded Corners 5">
            <a:extLst>
              <a:ext uri="{FF2B5EF4-FFF2-40B4-BE49-F238E27FC236}">
                <a16:creationId xmlns:a16="http://schemas.microsoft.com/office/drawing/2014/main" id="{5187546B-D544-8086-6AA5-4B9A638E0F83}"/>
              </a:ext>
            </a:extLst>
          </p:cNvPr>
          <p:cNvSpPr/>
          <p:nvPr/>
        </p:nvSpPr>
        <p:spPr>
          <a:xfrm>
            <a:off x="9460437" y="2924830"/>
            <a:ext cx="2490591" cy="1122729"/>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4%</a:t>
            </a:r>
            <a:r>
              <a:rPr lang="en-GB" dirty="0">
                <a:solidFill>
                  <a:schemeClr val="tx1"/>
                </a:solidFill>
              </a:rPr>
              <a:t> of reviews are neutral</a:t>
            </a:r>
            <a:endParaRPr lang="en-GB" b="1" dirty="0">
              <a:solidFill>
                <a:schemeClr val="tx1"/>
              </a:solidFill>
            </a:endParaRPr>
          </a:p>
        </p:txBody>
      </p:sp>
      <p:sp>
        <p:nvSpPr>
          <p:cNvPr id="7" name="Rectangle: Rounded Corners 6">
            <a:extLst>
              <a:ext uri="{FF2B5EF4-FFF2-40B4-BE49-F238E27FC236}">
                <a16:creationId xmlns:a16="http://schemas.microsoft.com/office/drawing/2014/main" id="{145C8D96-3CEE-FF83-F257-EB9C81FBE512}"/>
              </a:ext>
            </a:extLst>
          </p:cNvPr>
          <p:cNvSpPr/>
          <p:nvPr/>
        </p:nvSpPr>
        <p:spPr>
          <a:xfrm>
            <a:off x="9460436" y="4392026"/>
            <a:ext cx="2490591" cy="1122729"/>
          </a:xfrm>
          <a:prstGeom prst="round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6%</a:t>
            </a:r>
            <a:r>
              <a:rPr lang="en-GB" dirty="0">
                <a:solidFill>
                  <a:schemeClr val="tx1"/>
                </a:solidFill>
              </a:rPr>
              <a:t> of reviews are negative</a:t>
            </a:r>
            <a:endParaRPr lang="en-GB" b="1" dirty="0">
              <a:solidFill>
                <a:schemeClr val="tx1"/>
              </a:solidFill>
            </a:endParaRPr>
          </a:p>
        </p:txBody>
      </p:sp>
    </p:spTree>
    <p:extLst>
      <p:ext uri="{BB962C8B-B14F-4D97-AF65-F5344CB8AC3E}">
        <p14:creationId xmlns:p14="http://schemas.microsoft.com/office/powerpoint/2010/main" val="3872728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8625A77-7D12-3C68-60FE-66B78DBE8031}"/>
              </a:ext>
            </a:extLst>
          </p:cNvPr>
          <p:cNvSpPr/>
          <p:nvPr/>
        </p:nvSpPr>
        <p:spPr>
          <a:xfrm>
            <a:off x="3430249" y="130767"/>
            <a:ext cx="5331501"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Most reviews are very positive</a:t>
            </a:r>
          </a:p>
        </p:txBody>
      </p:sp>
      <p:pic>
        <p:nvPicPr>
          <p:cNvPr id="4" name="Picture 3" descr="A graph with different colored squares&#10;&#10;AI-generated content may be incorrect.">
            <a:extLst>
              <a:ext uri="{FF2B5EF4-FFF2-40B4-BE49-F238E27FC236}">
                <a16:creationId xmlns:a16="http://schemas.microsoft.com/office/drawing/2014/main" id="{3A981ED8-CE41-80A5-0D6E-A5C13C5F0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522" y="1340979"/>
            <a:ext cx="9074283" cy="5407943"/>
          </a:xfrm>
          <a:prstGeom prst="rect">
            <a:avLst/>
          </a:prstGeom>
        </p:spPr>
      </p:pic>
      <p:sp>
        <p:nvSpPr>
          <p:cNvPr id="9" name="TextBox 8">
            <a:extLst>
              <a:ext uri="{FF2B5EF4-FFF2-40B4-BE49-F238E27FC236}">
                <a16:creationId xmlns:a16="http://schemas.microsoft.com/office/drawing/2014/main" id="{F0E34DFF-933B-994E-7AD5-C72C9BD90B9D}"/>
              </a:ext>
            </a:extLst>
          </p:cNvPr>
          <p:cNvSpPr txBox="1"/>
          <p:nvPr/>
        </p:nvSpPr>
        <p:spPr>
          <a:xfrm>
            <a:off x="2492680" y="3429000"/>
            <a:ext cx="1102290" cy="461665"/>
          </a:xfrm>
          <a:prstGeom prst="rect">
            <a:avLst/>
          </a:prstGeom>
          <a:solidFill>
            <a:schemeClr val="bg1">
              <a:lumMod val="95000"/>
            </a:schemeClr>
          </a:solidFill>
        </p:spPr>
        <p:txBody>
          <a:bodyPr wrap="square" rtlCol="0">
            <a:spAutoFit/>
          </a:bodyPr>
          <a:lstStyle/>
          <a:p>
            <a:pPr algn="ctr"/>
            <a:r>
              <a:rPr lang="en-GB" sz="2400" b="1" dirty="0"/>
              <a:t>78%</a:t>
            </a:r>
          </a:p>
        </p:txBody>
      </p:sp>
      <p:sp>
        <p:nvSpPr>
          <p:cNvPr id="10" name="TextBox 9">
            <a:extLst>
              <a:ext uri="{FF2B5EF4-FFF2-40B4-BE49-F238E27FC236}">
                <a16:creationId xmlns:a16="http://schemas.microsoft.com/office/drawing/2014/main" id="{23D7A16E-3500-3D17-6149-BD636C5656E9}"/>
              </a:ext>
            </a:extLst>
          </p:cNvPr>
          <p:cNvSpPr txBox="1"/>
          <p:nvPr/>
        </p:nvSpPr>
        <p:spPr>
          <a:xfrm>
            <a:off x="9233770" y="5055356"/>
            <a:ext cx="1102290" cy="461665"/>
          </a:xfrm>
          <a:prstGeom prst="rect">
            <a:avLst/>
          </a:prstGeom>
          <a:solidFill>
            <a:schemeClr val="bg1">
              <a:lumMod val="95000"/>
            </a:schemeClr>
          </a:solidFill>
        </p:spPr>
        <p:txBody>
          <a:bodyPr wrap="square" rtlCol="0">
            <a:spAutoFit/>
          </a:bodyPr>
          <a:lstStyle/>
          <a:p>
            <a:pPr algn="ctr"/>
            <a:r>
              <a:rPr lang="en-GB" sz="2400" b="1" dirty="0"/>
              <a:t>2%</a:t>
            </a:r>
          </a:p>
        </p:txBody>
      </p:sp>
    </p:spTree>
    <p:extLst>
      <p:ext uri="{BB962C8B-B14F-4D97-AF65-F5344CB8AC3E}">
        <p14:creationId xmlns:p14="http://schemas.microsoft.com/office/powerpoint/2010/main" val="599151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209172-0653-BE9E-B2BE-A8AEF118B85F}"/>
              </a:ext>
            </a:extLst>
          </p:cNvPr>
          <p:cNvSpPr/>
          <p:nvPr/>
        </p:nvSpPr>
        <p:spPr>
          <a:xfrm>
            <a:off x="2328205" y="97080"/>
            <a:ext cx="7535589"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Accuracy of this sentiment analysis</a:t>
            </a:r>
          </a:p>
        </p:txBody>
      </p:sp>
      <p:sp>
        <p:nvSpPr>
          <p:cNvPr id="3" name="Rectangle: Rounded Corners 2">
            <a:extLst>
              <a:ext uri="{FF2B5EF4-FFF2-40B4-BE49-F238E27FC236}">
                <a16:creationId xmlns:a16="http://schemas.microsoft.com/office/drawing/2014/main" id="{EB72BD00-5648-9828-7D6D-9A6ABFD1F924}"/>
              </a:ext>
            </a:extLst>
          </p:cNvPr>
          <p:cNvSpPr/>
          <p:nvPr/>
        </p:nvSpPr>
        <p:spPr>
          <a:xfrm>
            <a:off x="4043296" y="1244690"/>
            <a:ext cx="4105407" cy="90500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Approximately </a:t>
            </a:r>
            <a:r>
              <a:rPr lang="en-GB" b="1" dirty="0">
                <a:solidFill>
                  <a:schemeClr val="tx1"/>
                </a:solidFill>
              </a:rPr>
              <a:t>80%</a:t>
            </a:r>
            <a:r>
              <a:rPr lang="en-GB" dirty="0">
                <a:solidFill>
                  <a:schemeClr val="tx1"/>
                </a:solidFill>
              </a:rPr>
              <a:t> accuracy</a:t>
            </a:r>
          </a:p>
        </p:txBody>
      </p:sp>
      <p:sp>
        <p:nvSpPr>
          <p:cNvPr id="8" name="Speech Bubble: Oval 7">
            <a:extLst>
              <a:ext uri="{FF2B5EF4-FFF2-40B4-BE49-F238E27FC236}">
                <a16:creationId xmlns:a16="http://schemas.microsoft.com/office/drawing/2014/main" id="{ACBFBA91-018A-B1A3-06FC-372BD7C088FF}"/>
              </a:ext>
            </a:extLst>
          </p:cNvPr>
          <p:cNvSpPr/>
          <p:nvPr/>
        </p:nvSpPr>
        <p:spPr>
          <a:xfrm>
            <a:off x="4688127" y="2576966"/>
            <a:ext cx="6921152" cy="3463616"/>
          </a:xfrm>
          <a:prstGeom prst="wedgeEllipseCallou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0" i="0" dirty="0">
                <a:solidFill>
                  <a:schemeClr val="tx1"/>
                </a:solidFill>
                <a:effectLst/>
                <a:latin typeface="Aptos" panose="020B0004020202020204" pitchFamily="34" charset="0"/>
              </a:rPr>
              <a:t>…refocusing the mind during </a:t>
            </a:r>
            <a:r>
              <a:rPr lang="en-US" sz="2000" b="1" i="0" dirty="0">
                <a:solidFill>
                  <a:schemeClr val="tx1"/>
                </a:solidFill>
                <a:effectLst/>
                <a:latin typeface="Aptos" panose="020B0004020202020204" pitchFamily="34" charset="0"/>
              </a:rPr>
              <a:t>pain</a:t>
            </a:r>
            <a:r>
              <a:rPr lang="en-US" sz="2000" b="0" i="0" dirty="0">
                <a:solidFill>
                  <a:schemeClr val="tx1"/>
                </a:solidFill>
                <a:effectLst/>
                <a:latin typeface="Aptos" panose="020B0004020202020204" pitchFamily="34" charset="0"/>
              </a:rPr>
              <a:t> due to </a:t>
            </a:r>
            <a:r>
              <a:rPr lang="en-US" sz="2000" b="1" i="0" dirty="0">
                <a:solidFill>
                  <a:schemeClr val="tx1"/>
                </a:solidFill>
                <a:effectLst/>
                <a:latin typeface="Aptos" panose="020B0004020202020204" pitchFamily="34" charset="0"/>
              </a:rPr>
              <a:t>illness</a:t>
            </a:r>
            <a:r>
              <a:rPr lang="en-US" sz="2000" b="0" i="0" dirty="0">
                <a:solidFill>
                  <a:schemeClr val="tx1"/>
                </a:solidFill>
                <a:effectLst/>
                <a:latin typeface="Aptos" panose="020B0004020202020204" pitchFamily="34" charset="0"/>
              </a:rPr>
              <a:t> and </a:t>
            </a:r>
            <a:r>
              <a:rPr lang="en-US" sz="2000" b="1" i="0" dirty="0">
                <a:solidFill>
                  <a:schemeClr val="tx1"/>
                </a:solidFill>
                <a:effectLst/>
                <a:latin typeface="Aptos" panose="020B0004020202020204" pitchFamily="34" charset="0"/>
              </a:rPr>
              <a:t>disease</a:t>
            </a:r>
            <a:r>
              <a:rPr lang="en-US" sz="2000" b="0" i="0" dirty="0">
                <a:solidFill>
                  <a:schemeClr val="tx1"/>
                </a:solidFill>
                <a:effectLst/>
                <a:latin typeface="Aptos" panose="020B0004020202020204" pitchFamily="34" charset="0"/>
              </a:rPr>
              <a:t>. My teenage son has </a:t>
            </a:r>
            <a:r>
              <a:rPr lang="en-US" sz="2000" b="1" i="0" dirty="0">
                <a:solidFill>
                  <a:schemeClr val="tx1"/>
                </a:solidFill>
                <a:effectLst/>
                <a:latin typeface="Aptos" panose="020B0004020202020204" pitchFamily="34" charset="0"/>
              </a:rPr>
              <a:t>suffered</a:t>
            </a:r>
            <a:r>
              <a:rPr lang="en-US" sz="2000" b="0" i="0" dirty="0">
                <a:solidFill>
                  <a:schemeClr val="tx1"/>
                </a:solidFill>
                <a:effectLst/>
                <a:latin typeface="Aptos" panose="020B0004020202020204" pitchFamily="34" charset="0"/>
              </a:rPr>
              <a:t> a condition that causes him intermittent </a:t>
            </a:r>
            <a:r>
              <a:rPr lang="en-US" sz="2000" b="1" i="0" dirty="0">
                <a:solidFill>
                  <a:schemeClr val="tx1"/>
                </a:solidFill>
                <a:effectLst/>
                <a:latin typeface="Aptos" panose="020B0004020202020204" pitchFamily="34" charset="0"/>
              </a:rPr>
              <a:t>pain, anxiety</a:t>
            </a:r>
            <a:r>
              <a:rPr lang="en-US" sz="2000" b="0" i="0" dirty="0">
                <a:solidFill>
                  <a:schemeClr val="tx1"/>
                </a:solidFill>
                <a:effectLst/>
                <a:latin typeface="Aptos" panose="020B0004020202020204" pitchFamily="34" charset="0"/>
              </a:rPr>
              <a:t> and </a:t>
            </a:r>
            <a:r>
              <a:rPr lang="en-US" sz="2000" b="1" i="0" dirty="0">
                <a:solidFill>
                  <a:schemeClr val="tx1"/>
                </a:solidFill>
                <a:effectLst/>
                <a:latin typeface="Aptos" panose="020B0004020202020204" pitchFamily="34" charset="0"/>
              </a:rPr>
              <a:t>distress</a:t>
            </a:r>
            <a:r>
              <a:rPr lang="en-US" sz="2000" b="0" i="0" dirty="0">
                <a:solidFill>
                  <a:schemeClr val="tx1"/>
                </a:solidFill>
                <a:effectLst/>
                <a:latin typeface="Aptos" panose="020B0004020202020204" pitchFamily="34" charset="0"/>
              </a:rPr>
              <a:t>. I am continually looking for something to occupy his attention during such </a:t>
            </a:r>
            <a:r>
              <a:rPr lang="en-US" sz="2000" b="1" i="0" dirty="0">
                <a:solidFill>
                  <a:schemeClr val="tx1"/>
                </a:solidFill>
                <a:effectLst/>
                <a:latin typeface="Aptos" panose="020B0004020202020204" pitchFamily="34" charset="0"/>
              </a:rPr>
              <a:t>painful</a:t>
            </a:r>
            <a:r>
              <a:rPr lang="en-US" sz="2000" b="0" i="0" dirty="0">
                <a:solidFill>
                  <a:schemeClr val="tx1"/>
                </a:solidFill>
                <a:effectLst/>
                <a:latin typeface="Aptos" panose="020B0004020202020204" pitchFamily="34" charset="0"/>
              </a:rPr>
              <a:t> times…</a:t>
            </a:r>
            <a:endParaRPr lang="en-GB" sz="2000" dirty="0">
              <a:solidFill>
                <a:schemeClr val="tx1"/>
              </a:solidFill>
              <a:latin typeface="Aptos" panose="020B0004020202020204" pitchFamily="34" charset="0"/>
            </a:endParaRPr>
          </a:p>
          <a:p>
            <a:pPr algn="ctr"/>
            <a:endParaRPr lang="en-GB" dirty="0"/>
          </a:p>
        </p:txBody>
      </p:sp>
      <p:sp>
        <p:nvSpPr>
          <p:cNvPr id="9" name="Rectangle 8">
            <a:extLst>
              <a:ext uri="{FF2B5EF4-FFF2-40B4-BE49-F238E27FC236}">
                <a16:creationId xmlns:a16="http://schemas.microsoft.com/office/drawing/2014/main" id="{9AE18D8B-F301-1244-C4DE-41DD2417DB4A}"/>
              </a:ext>
            </a:extLst>
          </p:cNvPr>
          <p:cNvSpPr/>
          <p:nvPr/>
        </p:nvSpPr>
        <p:spPr>
          <a:xfrm>
            <a:off x="1002083" y="3429000"/>
            <a:ext cx="2830882" cy="1882036"/>
          </a:xfrm>
          <a:prstGeom prst="rect">
            <a:avLst/>
          </a:prstGeom>
          <a:solidFill>
            <a:srgbClr val="FEC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This review is classified as </a:t>
            </a:r>
            <a:r>
              <a:rPr lang="en-GB" b="1" dirty="0">
                <a:solidFill>
                  <a:schemeClr val="tx1"/>
                </a:solidFill>
              </a:rPr>
              <a:t>very negative</a:t>
            </a:r>
            <a:r>
              <a:rPr lang="en-GB" dirty="0">
                <a:solidFill>
                  <a:schemeClr val="tx1"/>
                </a:solidFill>
              </a:rPr>
              <a:t> but it’s actually </a:t>
            </a:r>
            <a:r>
              <a:rPr lang="en-GB" b="1" dirty="0">
                <a:solidFill>
                  <a:schemeClr val="tx1"/>
                </a:solidFill>
              </a:rPr>
              <a:t>very positive.</a:t>
            </a:r>
            <a:endParaRPr lang="en-GB" dirty="0">
              <a:solidFill>
                <a:schemeClr val="tx1"/>
              </a:solidFill>
            </a:endParaRPr>
          </a:p>
        </p:txBody>
      </p:sp>
    </p:spTree>
    <p:extLst>
      <p:ext uri="{BB962C8B-B14F-4D97-AF65-F5344CB8AC3E}">
        <p14:creationId xmlns:p14="http://schemas.microsoft.com/office/powerpoint/2010/main" val="103974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8DF1B5E-C7EE-7746-FA9B-7F0C54652461}"/>
              </a:ext>
            </a:extLst>
          </p:cNvPr>
          <p:cNvSpPr/>
          <p:nvPr/>
        </p:nvSpPr>
        <p:spPr>
          <a:xfrm>
            <a:off x="5105626" y="2807397"/>
            <a:ext cx="1980747" cy="124320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Key insights</a:t>
            </a:r>
          </a:p>
        </p:txBody>
      </p:sp>
      <p:sp>
        <p:nvSpPr>
          <p:cNvPr id="3" name="Rectangle 2">
            <a:extLst>
              <a:ext uri="{FF2B5EF4-FFF2-40B4-BE49-F238E27FC236}">
                <a16:creationId xmlns:a16="http://schemas.microsoft.com/office/drawing/2014/main" id="{4E726FBE-97A4-94C8-E55B-D6924324D792}"/>
              </a:ext>
            </a:extLst>
          </p:cNvPr>
          <p:cNvSpPr/>
          <p:nvPr/>
        </p:nvSpPr>
        <p:spPr>
          <a:xfrm>
            <a:off x="338777" y="350788"/>
            <a:ext cx="4258849" cy="227034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 High loyalty only occurs when income or spending scores are high. However, a high income or spending score alone does not guarantee high loyalty.</a:t>
            </a:r>
          </a:p>
        </p:txBody>
      </p:sp>
      <p:sp>
        <p:nvSpPr>
          <p:cNvPr id="4" name="Rectangle 3">
            <a:extLst>
              <a:ext uri="{FF2B5EF4-FFF2-40B4-BE49-F238E27FC236}">
                <a16:creationId xmlns:a16="http://schemas.microsoft.com/office/drawing/2014/main" id="{D0F7047E-5627-BF47-3E2B-B95C3D98969C}"/>
              </a:ext>
            </a:extLst>
          </p:cNvPr>
          <p:cNvSpPr/>
          <p:nvPr/>
        </p:nvSpPr>
        <p:spPr>
          <a:xfrm>
            <a:off x="7253609" y="350787"/>
            <a:ext cx="4258849" cy="227034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 Spending scores and income are the strongest predictors of loyalty points, with age having a minor influence.</a:t>
            </a:r>
          </a:p>
        </p:txBody>
      </p:sp>
      <p:sp>
        <p:nvSpPr>
          <p:cNvPr id="5" name="Rectangle 4">
            <a:extLst>
              <a:ext uri="{FF2B5EF4-FFF2-40B4-BE49-F238E27FC236}">
                <a16:creationId xmlns:a16="http://schemas.microsoft.com/office/drawing/2014/main" id="{92017E66-6E06-11CC-6C22-30683E7F896E}"/>
              </a:ext>
            </a:extLst>
          </p:cNvPr>
          <p:cNvSpPr/>
          <p:nvPr/>
        </p:nvSpPr>
        <p:spPr>
          <a:xfrm>
            <a:off x="7516654" y="3510478"/>
            <a:ext cx="4258849" cy="227034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 Customers can be segmented into five distinct groups based on their spending score and income.</a:t>
            </a:r>
          </a:p>
        </p:txBody>
      </p:sp>
      <p:sp>
        <p:nvSpPr>
          <p:cNvPr id="6" name="Rectangle 5">
            <a:extLst>
              <a:ext uri="{FF2B5EF4-FFF2-40B4-BE49-F238E27FC236}">
                <a16:creationId xmlns:a16="http://schemas.microsoft.com/office/drawing/2014/main" id="{BC1C0389-EF09-35FB-BC39-9A5209B4D31B}"/>
              </a:ext>
            </a:extLst>
          </p:cNvPr>
          <p:cNvSpPr/>
          <p:nvPr/>
        </p:nvSpPr>
        <p:spPr>
          <a:xfrm>
            <a:off x="631404" y="4128135"/>
            <a:ext cx="4258849" cy="227034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 Review sentiment is mostly positive, with 90% of reviews classified as positive and 78% as very positive.</a:t>
            </a:r>
          </a:p>
        </p:txBody>
      </p:sp>
    </p:spTree>
    <p:extLst>
      <p:ext uri="{BB962C8B-B14F-4D97-AF65-F5344CB8AC3E}">
        <p14:creationId xmlns:p14="http://schemas.microsoft.com/office/powerpoint/2010/main" val="46900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B7284BF-0B31-491A-94B6-1D115740F8F1}"/>
              </a:ext>
            </a:extLst>
          </p:cNvPr>
          <p:cNvSpPr/>
          <p:nvPr/>
        </p:nvSpPr>
        <p:spPr>
          <a:xfrm>
            <a:off x="2328205" y="97080"/>
            <a:ext cx="7535589"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Recommendation 1: Target high income customers in marketing campaigns…</a:t>
            </a:r>
          </a:p>
        </p:txBody>
      </p:sp>
      <p:sp>
        <p:nvSpPr>
          <p:cNvPr id="3" name="Rectangle 2">
            <a:extLst>
              <a:ext uri="{FF2B5EF4-FFF2-40B4-BE49-F238E27FC236}">
                <a16:creationId xmlns:a16="http://schemas.microsoft.com/office/drawing/2014/main" id="{C13F084D-9871-3832-8929-AA034146E2A9}"/>
              </a:ext>
            </a:extLst>
          </p:cNvPr>
          <p:cNvSpPr/>
          <p:nvPr/>
        </p:nvSpPr>
        <p:spPr>
          <a:xfrm>
            <a:off x="361863" y="1482591"/>
            <a:ext cx="3111130" cy="198660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…as only those with a high income have high loyalty so these are the customers you want to be attracting to Turtle Games the most.</a:t>
            </a:r>
          </a:p>
        </p:txBody>
      </p:sp>
      <p:pic>
        <p:nvPicPr>
          <p:cNvPr id="4" name="Picture 3" descr="A screen shot of a graph&#10;&#10;AI-generated content may be incorrect.">
            <a:extLst>
              <a:ext uri="{FF2B5EF4-FFF2-40B4-BE49-F238E27FC236}">
                <a16:creationId xmlns:a16="http://schemas.microsoft.com/office/drawing/2014/main" id="{4239269B-F0CA-D6E0-5A48-ED4326C3C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27817"/>
            <a:ext cx="6432605" cy="3130183"/>
          </a:xfrm>
          <a:prstGeom prst="rect">
            <a:avLst/>
          </a:prstGeom>
        </p:spPr>
      </p:pic>
      <p:sp>
        <p:nvSpPr>
          <p:cNvPr id="5" name="Rectangle 4">
            <a:extLst>
              <a:ext uri="{FF2B5EF4-FFF2-40B4-BE49-F238E27FC236}">
                <a16:creationId xmlns:a16="http://schemas.microsoft.com/office/drawing/2014/main" id="{C5FB3784-61E7-7BA9-D248-35118357FDFA}"/>
              </a:ext>
            </a:extLst>
          </p:cNvPr>
          <p:cNvSpPr/>
          <p:nvPr/>
        </p:nvSpPr>
        <p:spPr>
          <a:xfrm>
            <a:off x="7976118" y="1439595"/>
            <a:ext cx="3920011" cy="21281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For those who have high income but low spending, these customers could have the potential to be highly loyal and therefore perhaps spend more. Consider using surveys to better understand their product preferences and advertise these products to them. </a:t>
            </a:r>
          </a:p>
        </p:txBody>
      </p:sp>
      <p:pic>
        <p:nvPicPr>
          <p:cNvPr id="7" name="Picture 6" descr="A graph of a number of points&#10;&#10;AI-generated content may be incorrect.">
            <a:extLst>
              <a:ext uri="{FF2B5EF4-FFF2-40B4-BE49-F238E27FC236}">
                <a16:creationId xmlns:a16="http://schemas.microsoft.com/office/drawing/2014/main" id="{417E342F-ECD4-13F2-9EF2-1672998B5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7784" y="3727816"/>
            <a:ext cx="5704216" cy="3130183"/>
          </a:xfrm>
          <a:prstGeom prst="rect">
            <a:avLst/>
          </a:prstGeom>
        </p:spPr>
      </p:pic>
      <p:sp>
        <p:nvSpPr>
          <p:cNvPr id="8" name="Oval 7">
            <a:extLst>
              <a:ext uri="{FF2B5EF4-FFF2-40B4-BE49-F238E27FC236}">
                <a16:creationId xmlns:a16="http://schemas.microsoft.com/office/drawing/2014/main" id="{7FC58DE0-052C-3E54-76DA-46066482FAC9}"/>
              </a:ext>
            </a:extLst>
          </p:cNvPr>
          <p:cNvSpPr/>
          <p:nvPr/>
        </p:nvSpPr>
        <p:spPr>
          <a:xfrm>
            <a:off x="2099144" y="3816626"/>
            <a:ext cx="2790908" cy="138352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B7518B0E-D7B6-BE61-C23C-489650C58015}"/>
              </a:ext>
            </a:extLst>
          </p:cNvPr>
          <p:cNvSpPr/>
          <p:nvPr/>
        </p:nvSpPr>
        <p:spPr>
          <a:xfrm rot="19846131">
            <a:off x="8525123" y="4023362"/>
            <a:ext cx="2790908" cy="138352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FE6DD39-F430-D9BD-B9D8-6F81BD31F0D3}"/>
              </a:ext>
            </a:extLst>
          </p:cNvPr>
          <p:cNvSpPr/>
          <p:nvPr/>
        </p:nvSpPr>
        <p:spPr>
          <a:xfrm>
            <a:off x="3826989" y="1517617"/>
            <a:ext cx="3920011" cy="1951584"/>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The marketing could encourage high value spending from current customers and encourage them to remain highly loyal.  Particularly focus on retaining the “Affluent Indulgers” who already spend more</a:t>
            </a:r>
          </a:p>
        </p:txBody>
      </p:sp>
    </p:spTree>
    <p:extLst>
      <p:ext uri="{BB962C8B-B14F-4D97-AF65-F5344CB8AC3E}">
        <p14:creationId xmlns:p14="http://schemas.microsoft.com/office/powerpoint/2010/main" val="55636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graph&#10;&#10;AI-generated content may be incorrect.">
            <a:extLst>
              <a:ext uri="{FF2B5EF4-FFF2-40B4-BE49-F238E27FC236}">
                <a16:creationId xmlns:a16="http://schemas.microsoft.com/office/drawing/2014/main" id="{12338421-B9D7-B4FF-BC97-7EE19DE0EA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03" y="2433634"/>
            <a:ext cx="8665697" cy="4216833"/>
          </a:xfrm>
          <a:prstGeom prst="rect">
            <a:avLst/>
          </a:prstGeom>
        </p:spPr>
      </p:pic>
      <p:sp>
        <p:nvSpPr>
          <p:cNvPr id="3" name="Rectangle: Rounded Corners 2">
            <a:extLst>
              <a:ext uri="{FF2B5EF4-FFF2-40B4-BE49-F238E27FC236}">
                <a16:creationId xmlns:a16="http://schemas.microsoft.com/office/drawing/2014/main" id="{0FED615B-9790-B9B5-E144-1E7DF52EEAD5}"/>
              </a:ext>
            </a:extLst>
          </p:cNvPr>
          <p:cNvSpPr/>
          <p:nvPr/>
        </p:nvSpPr>
        <p:spPr>
          <a:xfrm>
            <a:off x="2328205" y="97080"/>
            <a:ext cx="7535589"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Recommendation 2: Use the five customer segments to create targeted marketing strategies</a:t>
            </a:r>
          </a:p>
        </p:txBody>
      </p:sp>
      <p:sp>
        <p:nvSpPr>
          <p:cNvPr id="4" name="Rectangle 3">
            <a:extLst>
              <a:ext uri="{FF2B5EF4-FFF2-40B4-BE49-F238E27FC236}">
                <a16:creationId xmlns:a16="http://schemas.microsoft.com/office/drawing/2014/main" id="{C145BAE1-E0CD-CE22-E318-FC42BED07983}"/>
              </a:ext>
            </a:extLst>
          </p:cNvPr>
          <p:cNvSpPr/>
          <p:nvPr/>
        </p:nvSpPr>
        <p:spPr>
          <a:xfrm>
            <a:off x="293316" y="1177503"/>
            <a:ext cx="7642966" cy="108071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These marketing strategies should encourage continued purchases and increasing loyalty by utilising tailored adverts and loyalty programs.</a:t>
            </a:r>
          </a:p>
        </p:txBody>
      </p:sp>
      <p:sp>
        <p:nvSpPr>
          <p:cNvPr id="5" name="Rectangle 4">
            <a:extLst>
              <a:ext uri="{FF2B5EF4-FFF2-40B4-BE49-F238E27FC236}">
                <a16:creationId xmlns:a16="http://schemas.microsoft.com/office/drawing/2014/main" id="{605BF8E6-5BBA-FC6A-B70E-02672373DFEE}"/>
              </a:ext>
            </a:extLst>
          </p:cNvPr>
          <p:cNvSpPr/>
          <p:nvPr/>
        </p:nvSpPr>
        <p:spPr>
          <a:xfrm>
            <a:off x="9172879" y="2549086"/>
            <a:ext cx="2663521" cy="305161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As competition increases, consumers </a:t>
            </a:r>
            <a:r>
              <a:rPr lang="en-GB" b="1" dirty="0">
                <a:solidFill>
                  <a:schemeClr val="tx1"/>
                </a:solidFill>
              </a:rPr>
              <a:t>expect more </a:t>
            </a:r>
            <a:r>
              <a:rPr lang="en-GB" dirty="0">
                <a:solidFill>
                  <a:schemeClr val="tx1"/>
                </a:solidFill>
              </a:rPr>
              <a:t>of loyalty programs and now want more </a:t>
            </a:r>
            <a:r>
              <a:rPr lang="en-GB" b="1" dirty="0">
                <a:solidFill>
                  <a:schemeClr val="tx1"/>
                </a:solidFill>
              </a:rPr>
              <a:t>personalised rewards.</a:t>
            </a:r>
          </a:p>
          <a:p>
            <a:pPr algn="ctr"/>
            <a:endParaRPr lang="en-GB" b="1" dirty="0">
              <a:solidFill>
                <a:schemeClr val="tx1"/>
              </a:solidFill>
            </a:endParaRPr>
          </a:p>
          <a:p>
            <a:pPr algn="ctr"/>
            <a:r>
              <a:rPr lang="en-GB" sz="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https://www.bcg.com/publications/2024/loyalty-programs-customer-expectations-growing?utm_source</a:t>
            </a:r>
            <a:endParaRPr lang="en-GB" sz="700" dirty="0">
              <a:solidFill>
                <a:schemeClr val="tx1"/>
              </a:solidFill>
            </a:endParaRPr>
          </a:p>
        </p:txBody>
      </p:sp>
    </p:spTree>
    <p:extLst>
      <p:ext uri="{BB962C8B-B14F-4D97-AF65-F5344CB8AC3E}">
        <p14:creationId xmlns:p14="http://schemas.microsoft.com/office/powerpoint/2010/main" val="102245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F729ED3-D34E-B208-6404-304690E8B72F}"/>
              </a:ext>
            </a:extLst>
          </p:cNvPr>
          <p:cNvSpPr/>
          <p:nvPr/>
        </p:nvSpPr>
        <p:spPr>
          <a:xfrm>
            <a:off x="1570502" y="109780"/>
            <a:ext cx="9050995" cy="136342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Recommendation 3: Prioritise gathering feedback from customers who have written negative reviews, particularly those with a high income.</a:t>
            </a:r>
          </a:p>
        </p:txBody>
      </p:sp>
      <p:sp>
        <p:nvSpPr>
          <p:cNvPr id="3" name="Rectangle 2">
            <a:extLst>
              <a:ext uri="{FF2B5EF4-FFF2-40B4-BE49-F238E27FC236}">
                <a16:creationId xmlns:a16="http://schemas.microsoft.com/office/drawing/2014/main" id="{F8A1BF9B-C275-3A05-07C9-5D75E59ECDE1}"/>
              </a:ext>
            </a:extLst>
          </p:cNvPr>
          <p:cNvSpPr/>
          <p:nvPr/>
        </p:nvSpPr>
        <p:spPr>
          <a:xfrm>
            <a:off x="265081" y="1851149"/>
            <a:ext cx="4638805" cy="423710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Although most review sentiments are positive, negative reviews can negatively impact sales. High income customers are more likely to be highly loyal customers so gather feedback from them if they’ve written negative reviews through surveys or follow-up calls to understand their concerns.</a:t>
            </a:r>
          </a:p>
          <a:p>
            <a:pPr algn="ctr"/>
            <a:endParaRPr lang="en-GB" dirty="0">
              <a:solidFill>
                <a:schemeClr val="tx1"/>
              </a:solidFill>
            </a:endParaRPr>
          </a:p>
          <a:p>
            <a:pPr algn="ctr"/>
            <a:r>
              <a:rPr lang="en-GB" dirty="0">
                <a:solidFill>
                  <a:schemeClr val="tx1"/>
                </a:solidFill>
              </a:rPr>
              <a:t>Provide meaningful incentives, such as discounts or complimentary gifts, along with flexible return options to rebuild trust and encourage repeat purchases.</a:t>
            </a:r>
          </a:p>
        </p:txBody>
      </p:sp>
      <p:pic>
        <p:nvPicPr>
          <p:cNvPr id="4" name="Picture 3" descr="A graph with different colored squares&#10;&#10;AI-generated content may be incorrect.">
            <a:extLst>
              <a:ext uri="{FF2B5EF4-FFF2-40B4-BE49-F238E27FC236}">
                <a16:creationId xmlns:a16="http://schemas.microsoft.com/office/drawing/2014/main" id="{808EE111-E774-C2BE-7224-C99E77EB4F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3286" y="2031735"/>
            <a:ext cx="6904893" cy="4115065"/>
          </a:xfrm>
          <a:prstGeom prst="rect">
            <a:avLst/>
          </a:prstGeom>
        </p:spPr>
      </p:pic>
      <p:sp>
        <p:nvSpPr>
          <p:cNvPr id="5" name="Rectangle 4">
            <a:extLst>
              <a:ext uri="{FF2B5EF4-FFF2-40B4-BE49-F238E27FC236}">
                <a16:creationId xmlns:a16="http://schemas.microsoft.com/office/drawing/2014/main" id="{1E46E2DD-D307-766B-CEFC-3DA02F8F1366}"/>
              </a:ext>
            </a:extLst>
          </p:cNvPr>
          <p:cNvSpPr/>
          <p:nvPr/>
        </p:nvSpPr>
        <p:spPr>
          <a:xfrm>
            <a:off x="9461500" y="4699000"/>
            <a:ext cx="2626679" cy="144780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76309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6C7EBEA-6D77-A592-C856-C7C7B6164B52}"/>
              </a:ext>
            </a:extLst>
          </p:cNvPr>
          <p:cNvSpPr/>
          <p:nvPr/>
        </p:nvSpPr>
        <p:spPr>
          <a:xfrm>
            <a:off x="2328205" y="97080"/>
            <a:ext cx="7535589" cy="90500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Limitations and missing data</a:t>
            </a:r>
          </a:p>
        </p:txBody>
      </p:sp>
      <p:sp>
        <p:nvSpPr>
          <p:cNvPr id="3" name="Rectangle 2">
            <a:extLst>
              <a:ext uri="{FF2B5EF4-FFF2-40B4-BE49-F238E27FC236}">
                <a16:creationId xmlns:a16="http://schemas.microsoft.com/office/drawing/2014/main" id="{9776A673-A1DF-BFD3-0518-7846C6AB221D}"/>
              </a:ext>
            </a:extLst>
          </p:cNvPr>
          <p:cNvSpPr/>
          <p:nvPr/>
        </p:nvSpPr>
        <p:spPr>
          <a:xfrm>
            <a:off x="272240" y="1355849"/>
            <a:ext cx="11647519" cy="4909771"/>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dirty="0">
                <a:solidFill>
                  <a:schemeClr val="tx1"/>
                </a:solidFill>
              </a:rPr>
              <a:t>The analysis was constrained by missing data which limits the strength of conclusions and recommendations. Recommended data for further analysis includes:</a:t>
            </a:r>
          </a:p>
          <a:p>
            <a:pPr algn="ctr">
              <a:lnSpc>
                <a:spcPct val="150000"/>
              </a:lnSpc>
            </a:pPr>
            <a:endParaRPr lang="en-GB" dirty="0">
              <a:solidFill>
                <a:schemeClr val="tx1"/>
              </a:solidFill>
            </a:endParaRPr>
          </a:p>
          <a:p>
            <a:pPr marL="285750" indent="-285750" algn="ctr">
              <a:lnSpc>
                <a:spcPct val="150000"/>
              </a:lnSpc>
              <a:buFont typeface="Arial" panose="020B0604020202020204" pitchFamily="34" charset="0"/>
              <a:buChar char="•"/>
            </a:pPr>
            <a:r>
              <a:rPr lang="en-GB" dirty="0">
                <a:solidFill>
                  <a:schemeClr val="tx1"/>
                </a:solidFill>
              </a:rPr>
              <a:t>Customers who didn’t write reviews.</a:t>
            </a:r>
          </a:p>
          <a:p>
            <a:pPr marL="285750" indent="-285750" algn="ctr">
              <a:lnSpc>
                <a:spcPct val="150000"/>
              </a:lnSpc>
              <a:buFont typeface="Arial" panose="020B0604020202020204" pitchFamily="34" charset="0"/>
              <a:buChar char="•"/>
            </a:pPr>
            <a:r>
              <a:rPr lang="en-GB" dirty="0">
                <a:solidFill>
                  <a:schemeClr val="tx1"/>
                </a:solidFill>
              </a:rPr>
              <a:t>Finding out If customers can spend loyalty points as then loyalty points might not necessarily correlate with the amount of loyalty to the company.</a:t>
            </a:r>
          </a:p>
          <a:p>
            <a:pPr marL="285750" indent="-285750" algn="ctr">
              <a:lnSpc>
                <a:spcPct val="150000"/>
              </a:lnSpc>
              <a:buFont typeface="Arial" panose="020B0604020202020204" pitchFamily="34" charset="0"/>
              <a:buChar char="•"/>
            </a:pPr>
            <a:r>
              <a:rPr lang="en-GB" dirty="0">
                <a:solidFill>
                  <a:schemeClr val="tx1"/>
                </a:solidFill>
              </a:rPr>
              <a:t>How long the customers have been with the company, how many products they’ve purchased, and when they bought these products. This could allow for a more accurate picture of customer loyalty. For example, a long-term customer with sporadic purchases may have higher loyalty points but lower actual loyalty to the company than a new, frequent buyer.</a:t>
            </a:r>
          </a:p>
        </p:txBody>
      </p:sp>
    </p:spTree>
    <p:extLst>
      <p:ext uri="{BB962C8B-B14F-4D97-AF65-F5344CB8AC3E}">
        <p14:creationId xmlns:p14="http://schemas.microsoft.com/office/powerpoint/2010/main" val="34578069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DA9677-A722-D59E-E96A-5BDD98B9592F}"/>
              </a:ext>
            </a:extLst>
          </p:cNvPr>
          <p:cNvSpPr/>
          <p:nvPr/>
        </p:nvSpPr>
        <p:spPr>
          <a:xfrm>
            <a:off x="4802652" y="2683790"/>
            <a:ext cx="2586695" cy="149042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chemeClr val="tx1"/>
                </a:solidFill>
              </a:rPr>
              <a:t>Q &amp; A</a:t>
            </a:r>
          </a:p>
        </p:txBody>
      </p:sp>
    </p:spTree>
    <p:extLst>
      <p:ext uri="{BB962C8B-B14F-4D97-AF65-F5344CB8AC3E}">
        <p14:creationId xmlns:p14="http://schemas.microsoft.com/office/powerpoint/2010/main" val="2456586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574</TotalTime>
  <Words>1782</Words>
  <Application>Microsoft Office PowerPoint</Application>
  <PresentationFormat>Widescreen</PresentationFormat>
  <Paragraphs>168</Paragraphs>
  <Slides>36</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Joanna Robbins</dc:creator>
  <cp:lastModifiedBy>Joanna Robbins</cp:lastModifiedBy>
  <cp:revision>1</cp:revision>
  <dcterms:created xsi:type="dcterms:W3CDTF">2025-04-13T08:01:42Z</dcterms:created>
  <dcterms:modified xsi:type="dcterms:W3CDTF">2025-04-13T18:21:09Z</dcterms:modified>
</cp:coreProperties>
</file>